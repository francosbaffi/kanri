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8" r:id="rId4"/>
    <p:sldId id="297" r:id="rId5"/>
    <p:sldId id="259" r:id="rId6"/>
    <p:sldId id="260" r:id="rId7"/>
    <p:sldId id="279" r:id="rId8"/>
    <p:sldId id="261" r:id="rId9"/>
    <p:sldId id="280" r:id="rId10"/>
    <p:sldId id="262" r:id="rId11"/>
    <p:sldId id="263" r:id="rId12"/>
    <p:sldId id="264" r:id="rId13"/>
    <p:sldId id="296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1" r:id="rId2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Germán Bondio" userId="f6477415-126b-4ab5-836a-3b0d1234d6bd" providerId="ADAL" clId="{254C0B85-62A5-4686-8F7F-C4E78F74372B}"/>
    <pc:docChg chg="delSld">
      <pc:chgData name="Andrés Germán Bondio" userId="f6477415-126b-4ab5-836a-3b0d1234d6bd" providerId="ADAL" clId="{254C0B85-62A5-4686-8F7F-C4E78F74372B}" dt="2026-03-13T11:07:23.918" v="0" actId="47"/>
      <pc:docMkLst>
        <pc:docMk/>
      </pc:docMkLst>
      <pc:sldChg chg="del">
        <pc:chgData name="Andrés Germán Bondio" userId="f6477415-126b-4ab5-836a-3b0d1234d6bd" providerId="ADAL" clId="{254C0B85-62A5-4686-8F7F-C4E78F74372B}" dt="2026-03-13T11:07:23.918" v="0" actId="47"/>
        <pc:sldMkLst>
          <pc:docMk/>
          <pc:sldMk cId="1366840056" sldId="277"/>
        </pc:sldMkLst>
      </pc:sldChg>
      <pc:sldChg chg="del">
        <pc:chgData name="Andrés Germán Bondio" userId="f6477415-126b-4ab5-836a-3b0d1234d6bd" providerId="ADAL" clId="{254C0B85-62A5-4686-8F7F-C4E78F74372B}" dt="2026-03-13T11:07:23.918" v="0" actId="47"/>
        <pc:sldMkLst>
          <pc:docMk/>
          <pc:sldMk cId="27774828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0C46E-A0FB-F0CD-18D3-69857DD96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691391-32AD-D5BE-FA37-724B32F64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56B2E9-2D5D-AFFA-C70D-664C56B5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F3F800-653D-4AEB-1CC2-1EC8C754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4308CC-95F7-AF50-5E1D-D96582B1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777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0BD04-6245-CA56-0E05-5D0A2425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339B1D-D625-7CDD-D836-EA6438190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4DD5A6-D3A6-D2CD-D705-4A5ED3B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1DE02-7FB0-E4A7-5BF3-3EB0BC53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E22B6-2404-FEAD-CD0D-7571F936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998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FF18A-C329-CD67-6FF2-D720805B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0B0D8D-057D-DD1A-458E-03724606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5914AA-F0A7-C28B-230B-B36170BE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5499BB-78EE-5A9C-31E0-39E00B63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1BD28A-F3FB-5E32-B2E3-06CBB706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47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8C4C6-35D6-7405-4FC9-3E536A3B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EBA90-2FC5-CC6E-B35C-B0D4F18E9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9D1D83-B71A-9247-F2DD-5526A8760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2D5359-0B20-A14F-D50B-4D18CF3A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D7103C-4B6C-669A-315D-2EE3A5B8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8CAF5-A942-A030-6F12-7FC2DA53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817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64701-1E21-5069-50FB-15F5B9A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99192-A601-0C62-2950-0E98CA6D8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5FA94D-D562-C923-807A-22E9FDD6F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60CABE-13F7-4A6A-E7DA-2DC643FE4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89648A-0505-D055-CA4C-E130DBBA4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81649A-B13F-A8C1-19B6-F39223F9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FF29CA-F129-63DB-053B-10181692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A6B2BA-5B72-C2C8-76BA-8E87298E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30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FCB11-B666-BD51-B884-74A8AC3D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939BD44-90E7-1992-C3B3-2785516F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7CFC3E-4B31-AFED-2D33-09A0649D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1E048A-AEDB-8A86-0787-2FB332B1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196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4B2683D-D614-03F2-C1A4-309A7335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05CEB-7F1B-8ECA-1A27-DA7665AC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B4EC58-4EF7-F198-FA06-77A307DB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743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6B574-6B93-5392-CFE9-942F5239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31B712-D636-2D70-9ECA-B3DBA15A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008FC1-8EE2-6C80-2AAD-48A6D3A95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2E215F-1D0C-0637-4630-B01DE304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F4EC7D-46D8-518F-3F6C-89B0C346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C91ACA-E5B4-CA8C-3E56-B8A044F8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960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A4C59-8519-8C18-0996-DFB9A497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34F54B-30F4-6707-6511-760796520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EABD74-D830-E203-E188-F72638352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035CAF-D88A-2EC2-A003-FF48793C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79DED7-F642-A328-45CC-0CE90C6A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41D28-C73D-8E2D-4A61-0D95836E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838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53E19-974A-6548-7814-2797D9D3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BA0C65-B007-786E-25DB-D24F8C151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E7E9CC-C32E-2808-891A-6EDCE032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A01062-B74A-15AE-EFD6-80C66B3C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909E0E-1676-A67F-922F-05A5578A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474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97CA86-71A6-DE74-0785-D423BFEE4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5E6520-74B5-D02D-7F2B-599368944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4A6EEE-50CB-C82F-445F-E2267090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618F5-841F-6F13-372D-BE32D81D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E2A584-E948-18B3-852E-06C9EDEE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41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FD57A8-1C43-803B-F156-C352824D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89B50A-EFEC-874C-EE15-EDF095E5C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BFF88-1205-EE4C-8805-FD4592ADE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A264D-76AE-4D7D-A6A1-A119B9C1F7BD}" type="datetimeFigureOut">
              <a:rPr lang="es-AR" smtClean="0"/>
              <a:t>13/3/2026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06B195-4E6F-DBBE-8EB0-DE30BB244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D3F4DD-E40A-F8D9-D4DB-6553B8C87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A3472-2B23-412A-A8FB-2169CEF64C6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842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C5223D-C2C1-4EDC-237E-06A141078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07" y="0"/>
            <a:ext cx="12212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1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960CB4-1829-A3DC-196D-28D908995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5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944D4-10BE-E31B-AA0D-9493189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9E3CAA-963E-B010-88BC-84CC63B72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E86DB5-7858-2446-3842-95A2F552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" y="0"/>
            <a:ext cx="12177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1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F9128-7AD6-A2A9-7075-0A7D9C46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2B5B7E-2754-B35E-D926-CFD144097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A391DD-48FF-1CDB-5132-CA6DD94FD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20"/>
            <a:ext cx="12192000" cy="640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9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CD44E79-6C8D-C39C-9697-470F42FD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" y="0"/>
            <a:ext cx="12149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8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010F98-76E0-1C70-3638-91AE1A1E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0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DCEAB6-39A6-BD38-227F-D8FF8A14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8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717416-66B2-7A0D-0FCB-49B49036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5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D63486-966B-FCF4-333B-EA19DA9B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3A161B-E318-CFEE-C1EE-DE1D1D698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7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A0DF86-75F1-1C53-8308-03FF57709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4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BE333B7-A273-F625-C7D9-7757D2AA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45"/>
            <a:ext cx="12192000" cy="677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0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344BB31-D0E9-D4D6-E03F-E16452BB5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5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9C3E18-C613-869E-C9E2-89DD0C120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744A95-2018-B959-374B-C3D4AB2A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14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632B65-6923-0726-BC69-A4CCA07A9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1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1238E3-77E5-86F2-1D37-A0146C17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9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1B4843-620D-D1EC-BF10-190AE1F1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50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8AD694-84DF-9641-A10B-21B2FB912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16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CA5448-F20F-C2C1-3AEA-21B4BADD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69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C0739E-DF5C-4A8A-2115-C16A8565B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92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472F94-6ACE-151B-9D36-6BF1E39DE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08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365416-F1BF-B6C5-286A-351D0284B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82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F288AF-733D-7453-1ACC-5F6C8DC3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13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8154C4-7C8D-7381-45E4-FB4940AF8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32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519989-AB05-2003-135F-E7D3F607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271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0</Words>
  <Application>Microsoft Office PowerPoint</Application>
  <PresentationFormat>Panorámica</PresentationFormat>
  <Paragraphs>0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Bondio Andres German</dc:creator>
  <cp:lastModifiedBy>Andrés Germán Bondio</cp:lastModifiedBy>
  <cp:revision>2</cp:revision>
  <dcterms:created xsi:type="dcterms:W3CDTF">2024-01-20T11:26:18Z</dcterms:created>
  <dcterms:modified xsi:type="dcterms:W3CDTF">2026-03-13T11:07:31Z</dcterms:modified>
</cp:coreProperties>
</file>