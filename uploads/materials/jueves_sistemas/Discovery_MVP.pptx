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61" r:id="rId3"/>
    <p:sldId id="256" r:id="rId4"/>
    <p:sldId id="2147483647" r:id="rId5"/>
    <p:sldId id="2147481562" r:id="rId6"/>
    <p:sldId id="2145707106" r:id="rId7"/>
    <p:sldId id="257" r:id="rId8"/>
    <p:sldId id="2147481563" r:id="rId9"/>
    <p:sldId id="258" r:id="rId10"/>
    <p:sldId id="259" r:id="rId11"/>
    <p:sldId id="260" r:id="rId12"/>
    <p:sldId id="330" r:id="rId13"/>
    <p:sldId id="262" r:id="rId1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A4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F78001-41DC-4A06-AFD7-8D7511C368D9}" v="861" dt="2026-03-26T19:27:38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60" autoAdjust="0"/>
    <p:restoredTop sz="96247" autoAdjust="0"/>
  </p:normalViewPr>
  <p:slideViewPr>
    <p:cSldViewPr snapToGrid="0">
      <p:cViewPr varScale="1">
        <p:scale>
          <a:sx n="94" d="100"/>
          <a:sy n="94" d="100"/>
        </p:scale>
        <p:origin x="96" y="3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s Germán Bondio" userId="f6477415-126b-4ab5-836a-3b0d1234d6bd" providerId="ADAL" clId="{254C0B85-62A5-4686-8F7F-C4E78F74372B}"/>
    <pc:docChg chg="undo custSel addSld delSld modSld sldOrd delMainMaster">
      <pc:chgData name="Andrés Germán Bondio" userId="f6477415-126b-4ab5-836a-3b0d1234d6bd" providerId="ADAL" clId="{254C0B85-62A5-4686-8F7F-C4E78F74372B}" dt="2026-03-26T19:27:38.319" v="3847"/>
      <pc:docMkLst>
        <pc:docMk/>
      </pc:docMkLst>
      <pc:sldChg chg="addSp delSp modSp mod delAnim modAnim">
        <pc:chgData name="Andrés Germán Bondio" userId="f6477415-126b-4ab5-836a-3b0d1234d6bd" providerId="ADAL" clId="{254C0B85-62A5-4686-8F7F-C4E78F74372B}" dt="2026-03-26T19:27:38.319" v="3847"/>
        <pc:sldMkLst>
          <pc:docMk/>
          <pc:sldMk cId="989754947" sldId="256"/>
        </pc:sldMkLst>
        <pc:spChg chg="add mod ord">
          <ac:chgData name="Andrés Germán Bondio" userId="f6477415-126b-4ab5-836a-3b0d1234d6bd" providerId="ADAL" clId="{254C0B85-62A5-4686-8F7F-C4E78F74372B}" dt="2026-03-24T12:01:26.642" v="167" actId="164"/>
          <ac:spMkLst>
            <pc:docMk/>
            <pc:sldMk cId="989754947" sldId="256"/>
            <ac:spMk id="2" creationId="{D0CC65E7-F6CD-197F-5FED-01A5841CB530}"/>
          </ac:spMkLst>
        </pc:spChg>
        <pc:spChg chg="mod">
          <ac:chgData name="Andrés Germán Bondio" userId="f6477415-126b-4ab5-836a-3b0d1234d6bd" providerId="ADAL" clId="{254C0B85-62A5-4686-8F7F-C4E78F74372B}" dt="2026-03-24T12:23:42.948" v="396" actId="20577"/>
          <ac:spMkLst>
            <pc:docMk/>
            <pc:sldMk cId="989754947" sldId="256"/>
            <ac:spMk id="4" creationId="{BF2E7C57-8B03-B028-85BD-6F2A50DC0C71}"/>
          </ac:spMkLst>
        </pc:spChg>
        <pc:spChg chg="mod">
          <ac:chgData name="Andrés Germán Bondio" userId="f6477415-126b-4ab5-836a-3b0d1234d6bd" providerId="ADAL" clId="{254C0B85-62A5-4686-8F7F-C4E78F74372B}" dt="2026-03-24T12:07:23.748" v="230"/>
          <ac:spMkLst>
            <pc:docMk/>
            <pc:sldMk cId="989754947" sldId="256"/>
            <ac:spMk id="5" creationId="{50664B1D-CEA5-13CC-838D-F0F4EDC15A87}"/>
          </ac:spMkLst>
        </pc:spChg>
        <pc:spChg chg="mod">
          <ac:chgData name="Andrés Germán Bondio" userId="f6477415-126b-4ab5-836a-3b0d1234d6bd" providerId="ADAL" clId="{254C0B85-62A5-4686-8F7F-C4E78F74372B}" dt="2026-03-24T12:20:42.781" v="389" actId="164"/>
          <ac:spMkLst>
            <pc:docMk/>
            <pc:sldMk cId="989754947" sldId="256"/>
            <ac:spMk id="7" creationId="{75F0416E-9759-8B20-178C-86E81AB1D80C}"/>
          </ac:spMkLst>
        </pc:spChg>
        <pc:spChg chg="mod">
          <ac:chgData name="Andrés Germán Bondio" userId="f6477415-126b-4ab5-836a-3b0d1234d6bd" providerId="ADAL" clId="{254C0B85-62A5-4686-8F7F-C4E78F74372B}" dt="2026-03-24T13:18:13.513" v="715" actId="255"/>
          <ac:spMkLst>
            <pc:docMk/>
            <pc:sldMk cId="989754947" sldId="256"/>
            <ac:spMk id="8" creationId="{FB5A11AF-17FA-55B8-FCCD-0EC31F45B68D}"/>
          </ac:spMkLst>
        </pc:spChg>
        <pc:spChg chg="mod">
          <ac:chgData name="Andrés Germán Bondio" userId="f6477415-126b-4ab5-836a-3b0d1234d6bd" providerId="ADAL" clId="{254C0B85-62A5-4686-8F7F-C4E78F74372B}" dt="2026-03-24T12:06:15.099" v="203" actId="1076"/>
          <ac:spMkLst>
            <pc:docMk/>
            <pc:sldMk cId="989754947" sldId="256"/>
            <ac:spMk id="11" creationId="{826FE415-ED50-8EBE-B36E-085FF555A9CB}"/>
          </ac:spMkLst>
        </pc:spChg>
        <pc:spChg chg="mod">
          <ac:chgData name="Andrés Germán Bondio" userId="f6477415-126b-4ab5-836a-3b0d1234d6bd" providerId="ADAL" clId="{254C0B85-62A5-4686-8F7F-C4E78F74372B}" dt="2026-03-24T12:28:30.918" v="516" actId="1035"/>
          <ac:spMkLst>
            <pc:docMk/>
            <pc:sldMk cId="989754947" sldId="256"/>
            <ac:spMk id="12" creationId="{F1BF5B4F-0629-C123-26B7-4DA64FA75372}"/>
          </ac:spMkLst>
        </pc:spChg>
        <pc:spChg chg="mod">
          <ac:chgData name="Andrés Germán Bondio" userId="f6477415-126b-4ab5-836a-3b0d1234d6bd" providerId="ADAL" clId="{254C0B85-62A5-4686-8F7F-C4E78F74372B}" dt="2026-03-24T12:20:42.781" v="389" actId="164"/>
          <ac:spMkLst>
            <pc:docMk/>
            <pc:sldMk cId="989754947" sldId="256"/>
            <ac:spMk id="13" creationId="{E8E2A055-CF47-EDFA-12CB-8FCF307BA490}"/>
          </ac:spMkLst>
        </pc:spChg>
        <pc:spChg chg="mod">
          <ac:chgData name="Andrés Germán Bondio" userId="f6477415-126b-4ab5-836a-3b0d1234d6bd" providerId="ADAL" clId="{254C0B85-62A5-4686-8F7F-C4E78F74372B}" dt="2026-03-24T13:18:13.513" v="715" actId="255"/>
          <ac:spMkLst>
            <pc:docMk/>
            <pc:sldMk cId="989754947" sldId="256"/>
            <ac:spMk id="15" creationId="{3608A7D4-C74C-C442-E4DD-692C1DF16C36}"/>
          </ac:spMkLst>
        </pc:spChg>
        <pc:spChg chg="mod">
          <ac:chgData name="Andrés Germán Bondio" userId="f6477415-126b-4ab5-836a-3b0d1234d6bd" providerId="ADAL" clId="{254C0B85-62A5-4686-8F7F-C4E78F74372B}" dt="2026-03-24T13:20:07.063" v="777" actId="6549"/>
          <ac:spMkLst>
            <pc:docMk/>
            <pc:sldMk cId="989754947" sldId="256"/>
            <ac:spMk id="17" creationId="{D520EDC7-2535-167C-BEF3-FA6CDBF5F6B8}"/>
          </ac:spMkLst>
        </pc:spChg>
        <pc:spChg chg="add mod">
          <ac:chgData name="Andrés Germán Bondio" userId="f6477415-126b-4ab5-836a-3b0d1234d6bd" providerId="ADAL" clId="{254C0B85-62A5-4686-8F7F-C4E78F74372B}" dt="2026-03-24T12:26:26.225" v="413" actId="1036"/>
          <ac:spMkLst>
            <pc:docMk/>
            <pc:sldMk cId="989754947" sldId="256"/>
            <ac:spMk id="19" creationId="{3350F88D-8027-8628-B3C1-1CD5F3F9B66B}"/>
          </ac:spMkLst>
        </pc:spChg>
        <pc:spChg chg="add mod">
          <ac:chgData name="Andrés Germán Bondio" userId="f6477415-126b-4ab5-836a-3b0d1234d6bd" providerId="ADAL" clId="{254C0B85-62A5-4686-8F7F-C4E78F74372B}" dt="2026-03-24T12:26:26.225" v="413" actId="1036"/>
          <ac:spMkLst>
            <pc:docMk/>
            <pc:sldMk cId="989754947" sldId="256"/>
            <ac:spMk id="21" creationId="{178C0480-8090-F061-2104-5C5F804D1ED3}"/>
          </ac:spMkLst>
        </pc:spChg>
        <pc:spChg chg="add mod">
          <ac:chgData name="Andrés Germán Bondio" userId="f6477415-126b-4ab5-836a-3b0d1234d6bd" providerId="ADAL" clId="{254C0B85-62A5-4686-8F7F-C4E78F74372B}" dt="2026-03-24T12:26:26.225" v="413" actId="1036"/>
          <ac:spMkLst>
            <pc:docMk/>
            <pc:sldMk cId="989754947" sldId="256"/>
            <ac:spMk id="23" creationId="{68345C43-7308-E763-C1B3-981514F05C7C}"/>
          </ac:spMkLst>
        </pc:spChg>
        <pc:spChg chg="add mod">
          <ac:chgData name="Andrés Germán Bondio" userId="f6477415-126b-4ab5-836a-3b0d1234d6bd" providerId="ADAL" clId="{254C0B85-62A5-4686-8F7F-C4E78F74372B}" dt="2026-03-24T12:26:26.225" v="413" actId="1036"/>
          <ac:spMkLst>
            <pc:docMk/>
            <pc:sldMk cId="989754947" sldId="256"/>
            <ac:spMk id="25" creationId="{EF8F9884-22E2-C9F0-21B1-7DC7374E9D45}"/>
          </ac:spMkLst>
        </pc:spChg>
        <pc:spChg chg="add mod">
          <ac:chgData name="Andrés Germán Bondio" userId="f6477415-126b-4ab5-836a-3b0d1234d6bd" providerId="ADAL" clId="{254C0B85-62A5-4686-8F7F-C4E78F74372B}" dt="2026-03-24T12:12:33.313" v="284" actId="1076"/>
          <ac:spMkLst>
            <pc:docMk/>
            <pc:sldMk cId="989754947" sldId="256"/>
            <ac:spMk id="27" creationId="{D443F43B-455F-08C0-64AD-B95BEC843654}"/>
          </ac:spMkLst>
        </pc:spChg>
        <pc:spChg chg="add mod">
          <ac:chgData name="Andrés Germán Bondio" userId="f6477415-126b-4ab5-836a-3b0d1234d6bd" providerId="ADAL" clId="{254C0B85-62A5-4686-8F7F-C4E78F74372B}" dt="2026-03-24T12:13:40.998" v="311" actId="179"/>
          <ac:spMkLst>
            <pc:docMk/>
            <pc:sldMk cId="989754947" sldId="256"/>
            <ac:spMk id="29" creationId="{6114D982-34E4-E5A2-6FF1-AB613EB7F8E6}"/>
          </ac:spMkLst>
        </pc:spChg>
        <pc:spChg chg="add mod">
          <ac:chgData name="Andrés Germán Bondio" userId="f6477415-126b-4ab5-836a-3b0d1234d6bd" providerId="ADAL" clId="{254C0B85-62A5-4686-8F7F-C4E78F74372B}" dt="2026-03-24T12:14:41.352" v="333" actId="1076"/>
          <ac:spMkLst>
            <pc:docMk/>
            <pc:sldMk cId="989754947" sldId="256"/>
            <ac:spMk id="31" creationId="{C594FBFA-4504-8501-FA98-05365DF65AE0}"/>
          </ac:spMkLst>
        </pc:spChg>
        <pc:spChg chg="add mod">
          <ac:chgData name="Andrés Germán Bondio" userId="f6477415-126b-4ab5-836a-3b0d1234d6bd" providerId="ADAL" clId="{254C0B85-62A5-4686-8F7F-C4E78F74372B}" dt="2026-03-24T12:15:17.860" v="342" actId="1076"/>
          <ac:spMkLst>
            <pc:docMk/>
            <pc:sldMk cId="989754947" sldId="256"/>
            <ac:spMk id="33" creationId="{8CF87B8B-BB3C-1FB1-5597-F0395876A082}"/>
          </ac:spMkLst>
        </pc:spChg>
        <pc:spChg chg="add mod">
          <ac:chgData name="Andrés Germán Bondio" userId="f6477415-126b-4ab5-836a-3b0d1234d6bd" providerId="ADAL" clId="{254C0B85-62A5-4686-8F7F-C4E78F74372B}" dt="2026-03-24T12:16:16.014" v="354" actId="14100"/>
          <ac:spMkLst>
            <pc:docMk/>
            <pc:sldMk cId="989754947" sldId="256"/>
            <ac:spMk id="36" creationId="{303A6CFC-D512-A453-7509-4EC4BCD3B2BF}"/>
          </ac:spMkLst>
        </pc:spChg>
        <pc:spChg chg="add mod">
          <ac:chgData name="Andrés Germán Bondio" userId="f6477415-126b-4ab5-836a-3b0d1234d6bd" providerId="ADAL" clId="{254C0B85-62A5-4686-8F7F-C4E78F74372B}" dt="2026-03-24T12:16:48.371" v="364" actId="179"/>
          <ac:spMkLst>
            <pc:docMk/>
            <pc:sldMk cId="989754947" sldId="256"/>
            <ac:spMk id="38" creationId="{D7A819A1-ACB8-6F6F-A14C-BA0E923F3FAB}"/>
          </ac:spMkLst>
        </pc:spChg>
        <pc:spChg chg="add mod">
          <ac:chgData name="Andrés Germán Bondio" userId="f6477415-126b-4ab5-836a-3b0d1234d6bd" providerId="ADAL" clId="{254C0B85-62A5-4686-8F7F-C4E78F74372B}" dt="2026-03-24T12:17:20.278" v="373" actId="14100"/>
          <ac:spMkLst>
            <pc:docMk/>
            <pc:sldMk cId="989754947" sldId="256"/>
            <ac:spMk id="40" creationId="{3D7DF4E0-6370-A127-D52F-C7328ABBDB18}"/>
          </ac:spMkLst>
        </pc:spChg>
        <pc:spChg chg="add mod">
          <ac:chgData name="Andrés Germán Bondio" userId="f6477415-126b-4ab5-836a-3b0d1234d6bd" providerId="ADAL" clId="{254C0B85-62A5-4686-8F7F-C4E78F74372B}" dt="2026-03-24T12:27:31.127" v="504" actId="5793"/>
          <ac:spMkLst>
            <pc:docMk/>
            <pc:sldMk cId="989754947" sldId="256"/>
            <ac:spMk id="43" creationId="{1258400E-2A41-2101-0EF0-B997966026BF}"/>
          </ac:spMkLst>
        </pc:spChg>
        <pc:grpChg chg="add mod">
          <ac:chgData name="Andrés Germán Bondio" userId="f6477415-126b-4ab5-836a-3b0d1234d6bd" providerId="ADAL" clId="{254C0B85-62A5-4686-8F7F-C4E78F74372B}" dt="2026-03-24T12:01:30.333" v="168" actId="1076"/>
          <ac:grpSpMkLst>
            <pc:docMk/>
            <pc:sldMk cId="989754947" sldId="256"/>
            <ac:grpSpMk id="3" creationId="{1D313C53-1198-865F-A40C-E595A662DB52}"/>
          </ac:grpSpMkLst>
        </pc:grpChg>
        <pc:grpChg chg="add mod">
          <ac:chgData name="Andrés Germán Bondio" userId="f6477415-126b-4ab5-836a-3b0d1234d6bd" providerId="ADAL" clId="{254C0B85-62A5-4686-8F7F-C4E78F74372B}" dt="2026-03-24T12:20:42.781" v="389" actId="164"/>
          <ac:grpSpMkLst>
            <pc:docMk/>
            <pc:sldMk cId="989754947" sldId="256"/>
            <ac:grpSpMk id="41" creationId="{6B3CD92D-E651-611D-EAE8-165923A1E97E}"/>
          </ac:grpSpMkLst>
        </pc:grpChg>
        <pc:grpChg chg="add mod">
          <ac:chgData name="Andrés Germán Bondio" userId="f6477415-126b-4ab5-836a-3b0d1234d6bd" providerId="ADAL" clId="{254C0B85-62A5-4686-8F7F-C4E78F74372B}" dt="2026-03-24T13:18:13.513" v="715" actId="255"/>
          <ac:grpSpMkLst>
            <pc:docMk/>
            <pc:sldMk cId="989754947" sldId="256"/>
            <ac:grpSpMk id="42" creationId="{FA818DE0-261B-E383-4136-80940CE7C83B}"/>
          </ac:grpSpMkLst>
        </pc:grpChg>
        <pc:picChg chg="mod ord">
          <ac:chgData name="Andrés Germán Bondio" userId="f6477415-126b-4ab5-836a-3b0d1234d6bd" providerId="ADAL" clId="{254C0B85-62A5-4686-8F7F-C4E78F74372B}" dt="2026-03-24T12:05:57.043" v="196" actId="1035"/>
          <ac:picMkLst>
            <pc:docMk/>
            <pc:sldMk cId="989754947" sldId="256"/>
            <ac:picMk id="6" creationId="{54E89D58-A146-587D-929D-AC8C8505FBC6}"/>
          </ac:picMkLst>
        </pc:picChg>
        <pc:picChg chg="mod ord">
          <ac:chgData name="Andrés Germán Bondio" userId="f6477415-126b-4ab5-836a-3b0d1234d6bd" providerId="ADAL" clId="{254C0B85-62A5-4686-8F7F-C4E78F74372B}" dt="2026-03-24T12:20:42.781" v="389" actId="164"/>
          <ac:picMkLst>
            <pc:docMk/>
            <pc:sldMk cId="989754947" sldId="256"/>
            <ac:picMk id="9" creationId="{E88048F8-EFDD-12FD-BD63-58F7ED496D89}"/>
          </ac:picMkLst>
        </pc:picChg>
        <pc:picChg chg="mod ord">
          <ac:chgData name="Andrés Germán Bondio" userId="f6477415-126b-4ab5-836a-3b0d1234d6bd" providerId="ADAL" clId="{254C0B85-62A5-4686-8F7F-C4E78F74372B}" dt="2026-03-24T13:18:13.513" v="715" actId="255"/>
          <ac:picMkLst>
            <pc:docMk/>
            <pc:sldMk cId="989754947" sldId="256"/>
            <ac:picMk id="10" creationId="{1928EDB1-53A6-E6A0-113B-A822BB6EE9CB}"/>
          </ac:picMkLst>
        </pc:picChg>
      </pc:sldChg>
      <pc:sldChg chg="addSp delSp modSp add mod ord delAnim">
        <pc:chgData name="Andrés Germán Bondio" userId="f6477415-126b-4ab5-836a-3b0d1234d6bd" providerId="ADAL" clId="{254C0B85-62A5-4686-8F7F-C4E78F74372B}" dt="2026-03-24T16:45:05.066" v="3726" actId="1076"/>
        <pc:sldMkLst>
          <pc:docMk/>
          <pc:sldMk cId="1470234015" sldId="257"/>
        </pc:sldMkLst>
        <pc:spChg chg="add mod">
          <ac:chgData name="Andrés Germán Bondio" userId="f6477415-126b-4ab5-836a-3b0d1234d6bd" providerId="ADAL" clId="{254C0B85-62A5-4686-8F7F-C4E78F74372B}" dt="2026-03-24T14:46:45.213" v="2935" actId="113"/>
          <ac:spMkLst>
            <pc:docMk/>
            <pc:sldMk cId="1470234015" sldId="257"/>
            <ac:spMk id="2" creationId="{ED3F3929-5528-1FB1-1983-72C6CCE481FD}"/>
          </ac:spMkLst>
        </pc:spChg>
        <pc:spChg chg="add mod">
          <ac:chgData name="Andrés Germán Bondio" userId="f6477415-126b-4ab5-836a-3b0d1234d6bd" providerId="ADAL" clId="{254C0B85-62A5-4686-8F7F-C4E78F74372B}" dt="2026-03-24T14:46:45.213" v="2935" actId="113"/>
          <ac:spMkLst>
            <pc:docMk/>
            <pc:sldMk cId="1470234015" sldId="257"/>
            <ac:spMk id="3" creationId="{A75B063C-0A8E-1FB2-5027-D288DEDE18DD}"/>
          </ac:spMkLst>
        </pc:spChg>
        <pc:spChg chg="add mod">
          <ac:chgData name="Andrés Germán Bondio" userId="f6477415-126b-4ab5-836a-3b0d1234d6bd" providerId="ADAL" clId="{254C0B85-62A5-4686-8F7F-C4E78F74372B}" dt="2026-03-24T14:46:45.213" v="2935" actId="113"/>
          <ac:spMkLst>
            <pc:docMk/>
            <pc:sldMk cId="1470234015" sldId="257"/>
            <ac:spMk id="4" creationId="{66B30582-26CF-65A1-46B4-74F1E68AF5DC}"/>
          </ac:spMkLst>
        </pc:spChg>
        <pc:spChg chg="add mod">
          <ac:chgData name="Andrés Germán Bondio" userId="f6477415-126b-4ab5-836a-3b0d1234d6bd" providerId="ADAL" clId="{254C0B85-62A5-4686-8F7F-C4E78F74372B}" dt="2026-03-24T14:46:45.213" v="2935" actId="113"/>
          <ac:spMkLst>
            <pc:docMk/>
            <pc:sldMk cId="1470234015" sldId="257"/>
            <ac:spMk id="5" creationId="{38B7026F-DCFB-981C-BFAA-F94E0399DC4F}"/>
          </ac:spMkLst>
        </pc:spChg>
        <pc:spChg chg="mod">
          <ac:chgData name="Andrés Germán Bondio" userId="f6477415-126b-4ab5-836a-3b0d1234d6bd" providerId="ADAL" clId="{254C0B85-62A5-4686-8F7F-C4E78F74372B}" dt="2026-03-24T14:46:45.213" v="2935" actId="113"/>
          <ac:spMkLst>
            <pc:docMk/>
            <pc:sldMk cId="1470234015" sldId="257"/>
            <ac:spMk id="7" creationId="{28C18A37-4F26-CAC0-2E69-3A5E38AB0570}"/>
          </ac:spMkLst>
        </pc:spChg>
        <pc:spChg chg="mod">
          <ac:chgData name="Andrés Germán Bondio" userId="f6477415-126b-4ab5-836a-3b0d1234d6bd" providerId="ADAL" clId="{254C0B85-62A5-4686-8F7F-C4E78F74372B}" dt="2026-03-24T15:13:34.977" v="3042" actId="20577"/>
          <ac:spMkLst>
            <pc:docMk/>
            <pc:sldMk cId="1470234015" sldId="257"/>
            <ac:spMk id="8" creationId="{920AC58A-9F89-CB35-A591-086FB77F5608}"/>
          </ac:spMkLst>
        </pc:spChg>
        <pc:picChg chg="add mod">
          <ac:chgData name="Andrés Germán Bondio" userId="f6477415-126b-4ab5-836a-3b0d1234d6bd" providerId="ADAL" clId="{254C0B85-62A5-4686-8F7F-C4E78F74372B}" dt="2026-03-24T16:45:05.066" v="3726" actId="1076"/>
          <ac:picMkLst>
            <pc:docMk/>
            <pc:sldMk cId="1470234015" sldId="257"/>
            <ac:picMk id="6" creationId="{FA2FB547-A9E4-4112-EBE9-9432C335E51E}"/>
          </ac:picMkLst>
        </pc:picChg>
      </pc:sldChg>
      <pc:sldChg chg="addSp delSp modSp add mod delAnim modAnim">
        <pc:chgData name="Andrés Germán Bondio" userId="f6477415-126b-4ab5-836a-3b0d1234d6bd" providerId="ADAL" clId="{254C0B85-62A5-4686-8F7F-C4E78F74372B}" dt="2026-03-24T15:36:54.420" v="3372" actId="478"/>
        <pc:sldMkLst>
          <pc:docMk/>
          <pc:sldMk cId="402491961" sldId="258"/>
        </pc:sldMkLst>
        <pc:spChg chg="mod">
          <ac:chgData name="Andrés Germán Bondio" userId="f6477415-126b-4ab5-836a-3b0d1234d6bd" providerId="ADAL" clId="{254C0B85-62A5-4686-8F7F-C4E78F74372B}" dt="2026-03-24T15:35:54.428" v="3365" actId="20577"/>
          <ac:spMkLst>
            <pc:docMk/>
            <pc:sldMk cId="402491961" sldId="258"/>
            <ac:spMk id="8" creationId="{C7DD4255-5F09-E632-347A-D7ACB707A45B}"/>
          </ac:spMkLst>
        </pc:spChg>
        <pc:spChg chg="add mod">
          <ac:chgData name="Andrés Germán Bondio" userId="f6477415-126b-4ab5-836a-3b0d1234d6bd" providerId="ADAL" clId="{254C0B85-62A5-4686-8F7F-C4E78F74372B}" dt="2026-03-24T15:03:14.552" v="3022" actId="1076"/>
          <ac:spMkLst>
            <pc:docMk/>
            <pc:sldMk cId="402491961" sldId="258"/>
            <ac:spMk id="16" creationId="{298FFF3A-8B58-7410-18E1-E3397817889D}"/>
          </ac:spMkLst>
        </pc:spChg>
        <pc:spChg chg="add mod">
          <ac:chgData name="Andrés Germán Bondio" userId="f6477415-126b-4ab5-836a-3b0d1234d6bd" providerId="ADAL" clId="{254C0B85-62A5-4686-8F7F-C4E78F74372B}" dt="2026-03-24T15:15:22.736" v="3057" actId="208"/>
          <ac:spMkLst>
            <pc:docMk/>
            <pc:sldMk cId="402491961" sldId="258"/>
            <ac:spMk id="23" creationId="{2BBB4401-E66F-D9AC-9822-822B5E76DF8A}"/>
          </ac:spMkLst>
        </pc:spChg>
        <pc:picChg chg="add mod">
          <ac:chgData name="Andrés Germán Bondio" userId="f6477415-126b-4ab5-836a-3b0d1234d6bd" providerId="ADAL" clId="{254C0B85-62A5-4686-8F7F-C4E78F74372B}" dt="2026-03-24T15:14:48.953" v="3054" actId="1076"/>
          <ac:picMkLst>
            <pc:docMk/>
            <pc:sldMk cId="402491961" sldId="258"/>
            <ac:picMk id="22" creationId="{EB9AEE47-190F-50CE-8317-8021FB1BB260}"/>
          </ac:picMkLst>
        </pc:picChg>
      </pc:sldChg>
      <pc:sldChg chg="addSp delSp modSp add mod ord">
        <pc:chgData name="Andrés Germán Bondio" userId="f6477415-126b-4ab5-836a-3b0d1234d6bd" providerId="ADAL" clId="{254C0B85-62A5-4686-8F7F-C4E78F74372B}" dt="2026-03-24T15:39:03.654" v="3400"/>
        <pc:sldMkLst>
          <pc:docMk/>
          <pc:sldMk cId="1973247520" sldId="259"/>
        </pc:sldMkLst>
        <pc:spChg chg="mod">
          <ac:chgData name="Andrés Germán Bondio" userId="f6477415-126b-4ab5-836a-3b0d1234d6bd" providerId="ADAL" clId="{254C0B85-62A5-4686-8F7F-C4E78F74372B}" dt="2026-03-24T15:23:02.697" v="3111" actId="20577"/>
          <ac:spMkLst>
            <pc:docMk/>
            <pc:sldMk cId="1973247520" sldId="259"/>
            <ac:spMk id="8" creationId="{AE8DA8B7-F6AA-1271-3ED2-B0216D5874D0}"/>
          </ac:spMkLst>
        </pc:spChg>
        <pc:spChg chg="add mod">
          <ac:chgData name="Andrés Germán Bondio" userId="f6477415-126b-4ab5-836a-3b0d1234d6bd" providerId="ADAL" clId="{254C0B85-62A5-4686-8F7F-C4E78F74372B}" dt="2026-03-24T15:31:46.274" v="3285" actId="1076"/>
          <ac:spMkLst>
            <pc:docMk/>
            <pc:sldMk cId="1973247520" sldId="259"/>
            <ac:spMk id="19" creationId="{B10F2396-D54F-D74F-5825-0BDDCFD1E560}"/>
          </ac:spMkLst>
        </pc:spChg>
        <pc:spChg chg="add mod">
          <ac:chgData name="Andrés Germán Bondio" userId="f6477415-126b-4ab5-836a-3b0d1234d6bd" providerId="ADAL" clId="{254C0B85-62A5-4686-8F7F-C4E78F74372B}" dt="2026-03-24T15:31:23.119" v="3267" actId="1076"/>
          <ac:spMkLst>
            <pc:docMk/>
            <pc:sldMk cId="1973247520" sldId="259"/>
            <ac:spMk id="20" creationId="{5944097E-170D-EA2A-F97A-A58FE8485C04}"/>
          </ac:spMkLst>
        </pc:spChg>
        <pc:spChg chg="add mod">
          <ac:chgData name="Andrés Germán Bondio" userId="f6477415-126b-4ab5-836a-3b0d1234d6bd" providerId="ADAL" clId="{254C0B85-62A5-4686-8F7F-C4E78F74372B}" dt="2026-03-24T15:31:07.575" v="3264" actId="122"/>
          <ac:spMkLst>
            <pc:docMk/>
            <pc:sldMk cId="1973247520" sldId="259"/>
            <ac:spMk id="21" creationId="{1B5EAC5A-302E-E8DB-D143-86CE955B1A80}"/>
          </ac:spMkLst>
        </pc:spChg>
        <pc:spChg chg="add mod">
          <ac:chgData name="Andrés Germán Bondio" userId="f6477415-126b-4ab5-836a-3b0d1234d6bd" providerId="ADAL" clId="{254C0B85-62A5-4686-8F7F-C4E78F74372B}" dt="2026-03-24T15:34:57.495" v="3361" actId="207"/>
          <ac:spMkLst>
            <pc:docMk/>
            <pc:sldMk cId="1973247520" sldId="259"/>
            <ac:spMk id="24" creationId="{F527C612-23BB-C773-E8B0-64891B4395F3}"/>
          </ac:spMkLst>
        </pc:spChg>
        <pc:spChg chg="add mod">
          <ac:chgData name="Andrés Germán Bondio" userId="f6477415-126b-4ab5-836a-3b0d1234d6bd" providerId="ADAL" clId="{254C0B85-62A5-4686-8F7F-C4E78F74372B}" dt="2026-03-24T15:35:03.192" v="3362" actId="207"/>
          <ac:spMkLst>
            <pc:docMk/>
            <pc:sldMk cId="1973247520" sldId="259"/>
            <ac:spMk id="25" creationId="{9AD058B9-D997-7661-AFAE-9F11CD34B10E}"/>
          </ac:spMkLst>
        </pc:spChg>
        <pc:spChg chg="add mod">
          <ac:chgData name="Andrés Germán Bondio" userId="f6477415-126b-4ab5-836a-3b0d1234d6bd" providerId="ADAL" clId="{254C0B85-62A5-4686-8F7F-C4E78F74372B}" dt="2026-03-24T15:28:27.080" v="3247" actId="17032"/>
          <ac:spMkLst>
            <pc:docMk/>
            <pc:sldMk cId="1973247520" sldId="259"/>
            <ac:spMk id="26" creationId="{AF0EC913-28E5-C59D-D51A-D83548145B62}"/>
          </ac:spMkLst>
        </pc:spChg>
        <pc:spChg chg="add mod">
          <ac:chgData name="Andrés Germán Bondio" userId="f6477415-126b-4ab5-836a-3b0d1234d6bd" providerId="ADAL" clId="{254C0B85-62A5-4686-8F7F-C4E78F74372B}" dt="2026-03-24T15:32:03.430" v="3296" actId="20577"/>
          <ac:spMkLst>
            <pc:docMk/>
            <pc:sldMk cId="1973247520" sldId="259"/>
            <ac:spMk id="27" creationId="{D36DD069-D6BF-2864-0FC9-10EF36ECE292}"/>
          </ac:spMkLst>
        </pc:spChg>
        <pc:spChg chg="add mod">
          <ac:chgData name="Andrés Germán Bondio" userId="f6477415-126b-4ab5-836a-3b0d1234d6bd" providerId="ADAL" clId="{254C0B85-62A5-4686-8F7F-C4E78F74372B}" dt="2026-03-24T15:34:34.395" v="3359" actId="17032"/>
          <ac:spMkLst>
            <pc:docMk/>
            <pc:sldMk cId="1973247520" sldId="259"/>
            <ac:spMk id="28" creationId="{0915474E-E47A-B18B-EE02-B4AC5F70EB49}"/>
          </ac:spMkLst>
        </pc:spChg>
        <pc:picChg chg="mod">
          <ac:chgData name="Andrés Germán Bondio" userId="f6477415-126b-4ab5-836a-3b0d1234d6bd" providerId="ADAL" clId="{254C0B85-62A5-4686-8F7F-C4E78F74372B}" dt="2026-03-24T15:22:43.616" v="3109" actId="1076"/>
          <ac:picMkLst>
            <pc:docMk/>
            <pc:sldMk cId="1973247520" sldId="259"/>
            <ac:picMk id="12" creationId="{596A7540-4A20-499D-FD21-056CF2169F8C}"/>
          </ac:picMkLst>
        </pc:picChg>
        <pc:cxnChg chg="add mod">
          <ac:chgData name="Andrés Germán Bondio" userId="f6477415-126b-4ab5-836a-3b0d1234d6bd" providerId="ADAL" clId="{254C0B85-62A5-4686-8F7F-C4E78F74372B}" dt="2026-03-24T15:22:03.351" v="3090" actId="1076"/>
          <ac:cxnSpMkLst>
            <pc:docMk/>
            <pc:sldMk cId="1973247520" sldId="259"/>
            <ac:cxnSpMk id="3" creationId="{B4B70F78-918D-0370-23C3-A42803D4FB1F}"/>
          </ac:cxnSpMkLst>
        </pc:cxnChg>
        <pc:cxnChg chg="add mod">
          <ac:chgData name="Andrés Germán Bondio" userId="f6477415-126b-4ab5-836a-3b0d1234d6bd" providerId="ADAL" clId="{254C0B85-62A5-4686-8F7F-C4E78F74372B}" dt="2026-03-24T15:22:40.219" v="3108" actId="14100"/>
          <ac:cxnSpMkLst>
            <pc:docMk/>
            <pc:sldMk cId="1973247520" sldId="259"/>
            <ac:cxnSpMk id="7" creationId="{AB796473-D43B-013D-3847-D44BC1013F66}"/>
          </ac:cxnSpMkLst>
        </pc:cxnChg>
      </pc:sldChg>
      <pc:sldChg chg="addSp delSp modSp add del mod delAnim modAnim">
        <pc:chgData name="Andrés Germán Bondio" userId="f6477415-126b-4ab5-836a-3b0d1234d6bd" providerId="ADAL" clId="{254C0B85-62A5-4686-8F7F-C4E78F74372B}" dt="2026-03-24T16:43:43.201" v="3721" actId="688"/>
        <pc:sldMkLst>
          <pc:docMk/>
          <pc:sldMk cId="2412476268" sldId="260"/>
        </pc:sldMkLst>
        <pc:spChg chg="add mod">
          <ac:chgData name="Andrés Germán Bondio" userId="f6477415-126b-4ab5-836a-3b0d1234d6bd" providerId="ADAL" clId="{254C0B85-62A5-4686-8F7F-C4E78F74372B}" dt="2026-03-24T15:37:00.680" v="3373" actId="1076"/>
          <ac:spMkLst>
            <pc:docMk/>
            <pc:sldMk cId="2412476268" sldId="260"/>
            <ac:spMk id="2" creationId="{9CBCC74F-C160-E367-FB2B-1CB7AE05414E}"/>
          </ac:spMkLst>
        </pc:spChg>
        <pc:spChg chg="mod">
          <ac:chgData name="Andrés Germán Bondio" userId="f6477415-126b-4ab5-836a-3b0d1234d6bd" providerId="ADAL" clId="{254C0B85-62A5-4686-8F7F-C4E78F74372B}" dt="2026-03-24T16:38:01.781" v="3672" actId="20577"/>
          <ac:spMkLst>
            <pc:docMk/>
            <pc:sldMk cId="2412476268" sldId="260"/>
            <ac:spMk id="8" creationId="{E10F126A-3F5E-C96A-6D20-B2AF5DB1B23B}"/>
          </ac:spMkLst>
        </pc:spChg>
        <pc:spChg chg="mod">
          <ac:chgData name="Andrés Germán Bondio" userId="f6477415-126b-4ab5-836a-3b0d1234d6bd" providerId="ADAL" clId="{254C0B85-62A5-4686-8F7F-C4E78F74372B}" dt="2026-03-24T16:22:16.096" v="3511" actId="1076"/>
          <ac:spMkLst>
            <pc:docMk/>
            <pc:sldMk cId="2412476268" sldId="260"/>
            <ac:spMk id="9" creationId="{0158BD05-864F-C8F1-D6D7-167453D13D9D}"/>
          </ac:spMkLst>
        </pc:spChg>
        <pc:spChg chg="add mod">
          <ac:chgData name="Andrés Germán Bondio" userId="f6477415-126b-4ab5-836a-3b0d1234d6bd" providerId="ADAL" clId="{254C0B85-62A5-4686-8F7F-C4E78F74372B}" dt="2026-03-24T16:42:58.009" v="3711" actId="1076"/>
          <ac:spMkLst>
            <pc:docMk/>
            <pc:sldMk cId="2412476268" sldId="260"/>
            <ac:spMk id="48" creationId="{6D10AEF0-0C55-D9E6-9E01-71129BC6AC51}"/>
          </ac:spMkLst>
        </pc:spChg>
        <pc:spChg chg="add mod">
          <ac:chgData name="Andrés Germán Bondio" userId="f6477415-126b-4ab5-836a-3b0d1234d6bd" providerId="ADAL" clId="{254C0B85-62A5-4686-8F7F-C4E78F74372B}" dt="2026-03-24T16:43:33.930" v="3718" actId="1076"/>
          <ac:spMkLst>
            <pc:docMk/>
            <pc:sldMk cId="2412476268" sldId="260"/>
            <ac:spMk id="49" creationId="{D2B9A990-9CAA-83FC-DDBF-4D0AF1AAFAC0}"/>
          </ac:spMkLst>
        </pc:spChg>
        <pc:spChg chg="add mod">
          <ac:chgData name="Andrés Germán Bondio" userId="f6477415-126b-4ab5-836a-3b0d1234d6bd" providerId="ADAL" clId="{254C0B85-62A5-4686-8F7F-C4E78F74372B}" dt="2026-03-24T16:43:43.201" v="3721" actId="688"/>
          <ac:spMkLst>
            <pc:docMk/>
            <pc:sldMk cId="2412476268" sldId="260"/>
            <ac:spMk id="50" creationId="{6FA29CE6-3ABB-4410-38F6-6293FF4D91CF}"/>
          </ac:spMkLst>
        </pc:spChg>
        <pc:picChg chg="add del mod">
          <ac:chgData name="Andrés Germán Bondio" userId="f6477415-126b-4ab5-836a-3b0d1234d6bd" providerId="ADAL" clId="{254C0B85-62A5-4686-8F7F-C4E78F74372B}" dt="2026-03-24T16:41:48.970" v="3706" actId="1076"/>
          <ac:picMkLst>
            <pc:docMk/>
            <pc:sldMk cId="2412476268" sldId="260"/>
            <ac:picMk id="32" creationId="{C526820A-9F9C-BBAA-BCF5-26AD7DA42F57}"/>
          </ac:picMkLst>
        </pc:picChg>
        <pc:picChg chg="add mod">
          <ac:chgData name="Andrés Germán Bondio" userId="f6477415-126b-4ab5-836a-3b0d1234d6bd" providerId="ADAL" clId="{254C0B85-62A5-4686-8F7F-C4E78F74372B}" dt="2026-03-24T16:43:00.359" v="3712" actId="1076"/>
          <ac:picMkLst>
            <pc:docMk/>
            <pc:sldMk cId="2412476268" sldId="260"/>
            <ac:picMk id="43" creationId="{BBA1D4DF-C44B-2CC0-2C5A-B225C019F5ED}"/>
          </ac:picMkLst>
        </pc:picChg>
        <pc:picChg chg="add mod">
          <ac:chgData name="Andrés Germán Bondio" userId="f6477415-126b-4ab5-836a-3b0d1234d6bd" providerId="ADAL" clId="{254C0B85-62A5-4686-8F7F-C4E78F74372B}" dt="2026-03-24T16:43:28.182" v="3717" actId="1076"/>
          <ac:picMkLst>
            <pc:docMk/>
            <pc:sldMk cId="2412476268" sldId="260"/>
            <ac:picMk id="46" creationId="{FAAC7046-D829-FE49-3A48-57CAEFA88334}"/>
          </ac:picMkLst>
        </pc:picChg>
        <pc:picChg chg="add mod">
          <ac:chgData name="Andrés Germán Bondio" userId="f6477415-126b-4ab5-836a-3b0d1234d6bd" providerId="ADAL" clId="{254C0B85-62A5-4686-8F7F-C4E78F74372B}" dt="2026-03-24T16:43:13.225" v="3715" actId="1076"/>
          <ac:picMkLst>
            <pc:docMk/>
            <pc:sldMk cId="2412476268" sldId="260"/>
            <ac:picMk id="47" creationId="{252FBD80-6C6A-3D43-2AB5-4700DFB04B26}"/>
          </ac:picMkLst>
        </pc:picChg>
      </pc:sldChg>
      <pc:sldChg chg="add">
        <pc:chgData name="Andrés Germán Bondio" userId="f6477415-126b-4ab5-836a-3b0d1234d6bd" providerId="ADAL" clId="{254C0B85-62A5-4686-8F7F-C4E78F74372B}" dt="2026-03-24T16:48:36.812" v="3764" actId="2890"/>
        <pc:sldMkLst>
          <pc:docMk/>
          <pc:sldMk cId="857128821" sldId="262"/>
        </pc:sldMkLst>
      </pc:sldChg>
      <pc:sldChg chg="addSp delSp modSp add mod">
        <pc:chgData name="Andrés Germán Bondio" userId="f6477415-126b-4ab5-836a-3b0d1234d6bd" providerId="ADAL" clId="{254C0B85-62A5-4686-8F7F-C4E78F74372B}" dt="2026-03-24T16:52:19.910" v="3845" actId="20577"/>
        <pc:sldMkLst>
          <pc:docMk/>
          <pc:sldMk cId="4185087994" sldId="330"/>
        </pc:sldMkLst>
        <pc:spChg chg="add mod">
          <ac:chgData name="Andrés Germán Bondio" userId="f6477415-126b-4ab5-836a-3b0d1234d6bd" providerId="ADAL" clId="{254C0B85-62A5-4686-8F7F-C4E78F74372B}" dt="2026-03-24T16:50:38.634" v="3770"/>
          <ac:spMkLst>
            <pc:docMk/>
            <pc:sldMk cId="4185087994" sldId="330"/>
            <ac:spMk id="2" creationId="{D4C1A469-B41A-37C4-B0B9-E518992B4778}"/>
          </ac:spMkLst>
        </pc:spChg>
        <pc:spChg chg="add mod">
          <ac:chgData name="Andrés Germán Bondio" userId="f6477415-126b-4ab5-836a-3b0d1234d6bd" providerId="ADAL" clId="{254C0B85-62A5-4686-8F7F-C4E78F74372B}" dt="2026-03-24T16:50:38.634" v="3770"/>
          <ac:spMkLst>
            <pc:docMk/>
            <pc:sldMk cId="4185087994" sldId="330"/>
            <ac:spMk id="3" creationId="{C27AE8C5-F480-030B-3455-FC6F7F25C430}"/>
          </ac:spMkLst>
        </pc:spChg>
        <pc:spChg chg="mod">
          <ac:chgData name="Andrés Germán Bondio" userId="f6477415-126b-4ab5-836a-3b0d1234d6bd" providerId="ADAL" clId="{254C0B85-62A5-4686-8F7F-C4E78F74372B}" dt="2026-03-24T16:52:19.910" v="3845" actId="20577"/>
          <ac:spMkLst>
            <pc:docMk/>
            <pc:sldMk cId="4185087994" sldId="330"/>
            <ac:spMk id="4" creationId="{57D73F96-CC87-7A40-0DEA-6E6BD98E24A7}"/>
          </ac:spMkLst>
        </pc:spChg>
        <pc:picChg chg="mod">
          <ac:chgData name="Andrés Germán Bondio" userId="f6477415-126b-4ab5-836a-3b0d1234d6bd" providerId="ADAL" clId="{254C0B85-62A5-4686-8F7F-C4E78F74372B}" dt="2026-03-24T16:50:34.341" v="3768" actId="1076"/>
          <ac:picMkLst>
            <pc:docMk/>
            <pc:sldMk cId="4185087994" sldId="330"/>
            <ac:picMk id="3074" creationId="{55FDCAAE-585D-4BAF-2561-F2B9FA1ED060}"/>
          </ac:picMkLst>
        </pc:picChg>
      </pc:sldChg>
      <pc:sldChg chg="modSp mod">
        <pc:chgData name="Andrés Germán Bondio" userId="f6477415-126b-4ab5-836a-3b0d1234d6bd" providerId="ADAL" clId="{254C0B85-62A5-4686-8F7F-C4E78F74372B}" dt="2026-03-24T14:11:17.673" v="1947" actId="1076"/>
        <pc:sldMkLst>
          <pc:docMk/>
          <pc:sldMk cId="3375191510" sldId="2145707106"/>
        </pc:sldMkLst>
        <pc:spChg chg="mod">
          <ac:chgData name="Andrés Germán Bondio" userId="f6477415-126b-4ab5-836a-3b0d1234d6bd" providerId="ADAL" clId="{254C0B85-62A5-4686-8F7F-C4E78F74372B}" dt="2026-03-24T13:46:33.464" v="1455" actId="20577"/>
          <ac:spMkLst>
            <pc:docMk/>
            <pc:sldMk cId="3375191510" sldId="2145707106"/>
            <ac:spMk id="6" creationId="{C88B3B63-95A3-4B7A-428B-1C9E9571A8A8}"/>
          </ac:spMkLst>
        </pc:spChg>
        <pc:spChg chg="mod">
          <ac:chgData name="Andrés Germán Bondio" userId="f6477415-126b-4ab5-836a-3b0d1234d6bd" providerId="ADAL" clId="{254C0B85-62A5-4686-8F7F-C4E78F74372B}" dt="2026-03-24T13:49:03.312" v="1614" actId="313"/>
          <ac:spMkLst>
            <pc:docMk/>
            <pc:sldMk cId="3375191510" sldId="2145707106"/>
            <ac:spMk id="14" creationId="{EC20C001-FF15-C8AA-0DE5-33EDE654DD41}"/>
          </ac:spMkLst>
        </pc:spChg>
        <pc:spChg chg="mod">
          <ac:chgData name="Andrés Germán Bondio" userId="f6477415-126b-4ab5-836a-3b0d1234d6bd" providerId="ADAL" clId="{254C0B85-62A5-4686-8F7F-C4E78F74372B}" dt="2026-03-24T14:09:18.381" v="1814" actId="20577"/>
          <ac:spMkLst>
            <pc:docMk/>
            <pc:sldMk cId="3375191510" sldId="2145707106"/>
            <ac:spMk id="15" creationId="{89D69668-0AE8-82F8-4487-03D9DD40FC5F}"/>
          </ac:spMkLst>
        </pc:spChg>
        <pc:spChg chg="mod">
          <ac:chgData name="Andrés Germán Bondio" userId="f6477415-126b-4ab5-836a-3b0d1234d6bd" providerId="ADAL" clId="{254C0B85-62A5-4686-8F7F-C4E78F74372B}" dt="2026-03-24T14:11:17.673" v="1947" actId="1076"/>
          <ac:spMkLst>
            <pc:docMk/>
            <pc:sldMk cId="3375191510" sldId="2145707106"/>
            <ac:spMk id="16" creationId="{096E5492-FF39-2B49-38A9-6223DD55E40E}"/>
          </ac:spMkLst>
        </pc:spChg>
        <pc:spChg chg="mod">
          <ac:chgData name="Andrés Germán Bondio" userId="f6477415-126b-4ab5-836a-3b0d1234d6bd" providerId="ADAL" clId="{254C0B85-62A5-4686-8F7F-C4E78F74372B}" dt="2026-03-24T13:41:24.067" v="1263" actId="14100"/>
          <ac:spMkLst>
            <pc:docMk/>
            <pc:sldMk cId="3375191510" sldId="2145707106"/>
            <ac:spMk id="29" creationId="{50776953-91CB-ACBA-53B9-CD5B887E8176}"/>
          </ac:spMkLst>
        </pc:spChg>
        <pc:spChg chg="mod">
          <ac:chgData name="Andrés Germán Bondio" userId="f6477415-126b-4ab5-836a-3b0d1234d6bd" providerId="ADAL" clId="{254C0B85-62A5-4686-8F7F-C4E78F74372B}" dt="2026-03-24T13:41:08.238" v="1247" actId="14100"/>
          <ac:spMkLst>
            <pc:docMk/>
            <pc:sldMk cId="3375191510" sldId="2145707106"/>
            <ac:spMk id="30" creationId="{E111C177-DA86-50CC-E670-9623230CDFA5}"/>
          </ac:spMkLst>
        </pc:spChg>
        <pc:spChg chg="mod">
          <ac:chgData name="Andrés Germán Bondio" userId="f6477415-126b-4ab5-836a-3b0d1234d6bd" providerId="ADAL" clId="{254C0B85-62A5-4686-8F7F-C4E78F74372B}" dt="2026-03-24T13:41:02.787" v="1246" actId="6549"/>
          <ac:spMkLst>
            <pc:docMk/>
            <pc:sldMk cId="3375191510" sldId="2145707106"/>
            <ac:spMk id="32" creationId="{626D040F-2709-F911-8E6B-3D74F77CE72D}"/>
          </ac:spMkLst>
        </pc:spChg>
        <pc:spChg chg="mod">
          <ac:chgData name="Andrés Germán Bondio" userId="f6477415-126b-4ab5-836a-3b0d1234d6bd" providerId="ADAL" clId="{254C0B85-62A5-4686-8F7F-C4E78F74372B}" dt="2026-03-24T13:41:17.638" v="1262" actId="1035"/>
          <ac:spMkLst>
            <pc:docMk/>
            <pc:sldMk cId="3375191510" sldId="2145707106"/>
            <ac:spMk id="34" creationId="{FE25AB3B-930A-27F0-5D98-5803FE4D6D3C}"/>
          </ac:spMkLst>
        </pc:spChg>
        <pc:cxnChg chg="mod">
          <ac:chgData name="Andrés Germán Bondio" userId="f6477415-126b-4ab5-836a-3b0d1234d6bd" providerId="ADAL" clId="{254C0B85-62A5-4686-8F7F-C4E78F74372B}" dt="2026-03-24T13:44:07.774" v="1417" actId="1036"/>
          <ac:cxnSpMkLst>
            <pc:docMk/>
            <pc:sldMk cId="3375191510" sldId="2145707106"/>
            <ac:cxnSpMk id="18" creationId="{C1B825B1-C12B-451F-2406-FE3E76D736D8}"/>
          </ac:cxnSpMkLst>
        </pc:cxnChg>
        <pc:cxnChg chg="mod">
          <ac:chgData name="Andrés Germán Bondio" userId="f6477415-126b-4ab5-836a-3b0d1234d6bd" providerId="ADAL" clId="{254C0B85-62A5-4686-8F7F-C4E78F74372B}" dt="2026-03-24T14:11:14.669" v="1946" actId="1076"/>
          <ac:cxnSpMkLst>
            <pc:docMk/>
            <pc:sldMk cId="3375191510" sldId="2145707106"/>
            <ac:cxnSpMk id="19" creationId="{136113E6-1168-3090-F351-ACF14D42D9E2}"/>
          </ac:cxnSpMkLst>
        </pc:cxnChg>
        <pc:cxnChg chg="mod">
          <ac:chgData name="Andrés Germán Bondio" userId="f6477415-126b-4ab5-836a-3b0d1234d6bd" providerId="ADAL" clId="{254C0B85-62A5-4686-8F7F-C4E78F74372B}" dt="2026-03-24T13:45:45.324" v="1430" actId="1076"/>
          <ac:cxnSpMkLst>
            <pc:docMk/>
            <pc:sldMk cId="3375191510" sldId="2145707106"/>
            <ac:cxnSpMk id="20" creationId="{B43F1931-4E7C-5FF5-F40B-2CFC211DCB7D}"/>
          </ac:cxnSpMkLst>
        </pc:cxnChg>
        <pc:cxnChg chg="mod">
          <ac:chgData name="Andrés Germán Bondio" userId="f6477415-126b-4ab5-836a-3b0d1234d6bd" providerId="ADAL" clId="{254C0B85-62A5-4686-8F7F-C4E78F74372B}" dt="2026-03-24T13:44:07.774" v="1417" actId="1036"/>
          <ac:cxnSpMkLst>
            <pc:docMk/>
            <pc:sldMk cId="3375191510" sldId="2145707106"/>
            <ac:cxnSpMk id="25" creationId="{56853D59-6B9E-C63C-3D9C-CF95138F87E1}"/>
          </ac:cxnSpMkLst>
        </pc:cxnChg>
      </pc:sldChg>
      <pc:sldChg chg="modSp mod modAnim">
        <pc:chgData name="Andrés Germán Bondio" userId="f6477415-126b-4ab5-836a-3b0d1234d6bd" providerId="ADAL" clId="{254C0B85-62A5-4686-8F7F-C4E78F74372B}" dt="2026-03-24T16:47:01.176" v="3740" actId="179"/>
        <pc:sldMkLst>
          <pc:docMk/>
          <pc:sldMk cId="2758100542" sldId="2147481562"/>
        </pc:sldMkLst>
        <pc:spChg chg="mod">
          <ac:chgData name="Andrés Germán Bondio" userId="f6477415-126b-4ab5-836a-3b0d1234d6bd" providerId="ADAL" clId="{254C0B85-62A5-4686-8F7F-C4E78F74372B}" dt="2026-03-24T15:12:59.838" v="3040"/>
          <ac:spMkLst>
            <pc:docMk/>
            <pc:sldMk cId="2758100542" sldId="2147481562"/>
            <ac:spMk id="38" creationId="{49AE6F3D-45D2-FC0F-841F-0FBF21CD44B3}"/>
          </ac:spMkLst>
        </pc:spChg>
        <pc:spChg chg="mod">
          <ac:chgData name="Andrés Germán Bondio" userId="f6477415-126b-4ab5-836a-3b0d1234d6bd" providerId="ADAL" clId="{254C0B85-62A5-4686-8F7F-C4E78F74372B}" dt="2026-03-24T16:47:01.176" v="3740" actId="179"/>
          <ac:spMkLst>
            <pc:docMk/>
            <pc:sldMk cId="2758100542" sldId="2147481562"/>
            <ac:spMk id="40" creationId="{EA1B200F-690E-2458-AF43-C8A623817E46}"/>
          </ac:spMkLst>
        </pc:spChg>
        <pc:spChg chg="mod">
          <ac:chgData name="Andrés Germán Bondio" userId="f6477415-126b-4ab5-836a-3b0d1234d6bd" providerId="ADAL" clId="{254C0B85-62A5-4686-8F7F-C4E78F74372B}" dt="2026-03-24T12:30:54.280" v="517" actId="113"/>
          <ac:spMkLst>
            <pc:docMk/>
            <pc:sldMk cId="2758100542" sldId="2147481562"/>
            <ac:spMk id="42" creationId="{D8F9C285-A152-2A85-F4CC-4E6116D1CCA1}"/>
          </ac:spMkLst>
        </pc:spChg>
      </pc:sldChg>
      <pc:sldChg chg="addSp delSp modSp mod modAnim">
        <pc:chgData name="Andrés Germán Bondio" userId="f6477415-126b-4ab5-836a-3b0d1234d6bd" providerId="ADAL" clId="{254C0B85-62A5-4686-8F7F-C4E78F74372B}" dt="2026-03-24T15:44:26.529" v="3408" actId="1038"/>
        <pc:sldMkLst>
          <pc:docMk/>
          <pc:sldMk cId="373764583" sldId="2147481563"/>
        </pc:sldMkLst>
        <pc:spChg chg="add mod">
          <ac:chgData name="Andrés Germán Bondio" userId="f6477415-126b-4ab5-836a-3b0d1234d6bd" providerId="ADAL" clId="{254C0B85-62A5-4686-8F7F-C4E78F74372B}" dt="2026-03-24T14:47:09.244" v="2949" actId="1037"/>
          <ac:spMkLst>
            <pc:docMk/>
            <pc:sldMk cId="373764583" sldId="2147481563"/>
            <ac:spMk id="7" creationId="{A41AA905-4EA7-C498-28E0-28890AA73096}"/>
          </ac:spMkLst>
        </pc:spChg>
        <pc:spChg chg="mod">
          <ac:chgData name="Andrés Germán Bondio" userId="f6477415-126b-4ab5-836a-3b0d1234d6bd" providerId="ADAL" clId="{254C0B85-62A5-4686-8F7F-C4E78F74372B}" dt="2026-03-24T15:13:51.737" v="3050" actId="20577"/>
          <ac:spMkLst>
            <pc:docMk/>
            <pc:sldMk cId="373764583" sldId="2147481563"/>
            <ac:spMk id="8" creationId="{EB9D1AE0-D93D-D4ED-FE17-39ABA68D7704}"/>
          </ac:spMkLst>
        </pc:spChg>
        <pc:spChg chg="add mod">
          <ac:chgData name="Andrés Germán Bondio" userId="f6477415-126b-4ab5-836a-3b0d1234d6bd" providerId="ADAL" clId="{254C0B85-62A5-4686-8F7F-C4E78F74372B}" dt="2026-03-24T15:44:26.529" v="3408" actId="1038"/>
          <ac:spMkLst>
            <pc:docMk/>
            <pc:sldMk cId="373764583" sldId="2147481563"/>
            <ac:spMk id="12" creationId="{FC2DDBA7-C391-B5DC-BA37-8412FD2982B5}"/>
          </ac:spMkLst>
        </pc:spChg>
        <pc:spChg chg="add mod">
          <ac:chgData name="Andrés Germán Bondio" userId="f6477415-126b-4ab5-836a-3b0d1234d6bd" providerId="ADAL" clId="{254C0B85-62A5-4686-8F7F-C4E78F74372B}" dt="2026-03-24T14:47:24.157" v="2951" actId="1076"/>
          <ac:spMkLst>
            <pc:docMk/>
            <pc:sldMk cId="373764583" sldId="2147481563"/>
            <ac:spMk id="13" creationId="{71E5F588-3DC1-7254-1AFC-EE2E83B93714}"/>
          </ac:spMkLst>
        </pc:spChg>
        <pc:spChg chg="add mod">
          <ac:chgData name="Andrés Germán Bondio" userId="f6477415-126b-4ab5-836a-3b0d1234d6bd" providerId="ADAL" clId="{254C0B85-62A5-4686-8F7F-C4E78F74372B}" dt="2026-03-24T14:47:09.244" v="2949" actId="1037"/>
          <ac:spMkLst>
            <pc:docMk/>
            <pc:sldMk cId="373764583" sldId="2147481563"/>
            <ac:spMk id="15" creationId="{53772222-7AF7-3313-7FD8-B2AB59AA2F17}"/>
          </ac:spMkLst>
        </pc:spChg>
        <pc:spChg chg="add mod">
          <ac:chgData name="Andrés Germán Bondio" userId="f6477415-126b-4ab5-836a-3b0d1234d6bd" providerId="ADAL" clId="{254C0B85-62A5-4686-8F7F-C4E78F74372B}" dt="2026-03-24T14:47:09.244" v="2949" actId="1037"/>
          <ac:spMkLst>
            <pc:docMk/>
            <pc:sldMk cId="373764583" sldId="2147481563"/>
            <ac:spMk id="17" creationId="{F7F6555A-8241-98C5-D6B7-B48DF1E179D8}"/>
          </ac:spMkLst>
        </pc:spChg>
        <pc:spChg chg="add mod">
          <ac:chgData name="Andrés Germán Bondio" userId="f6477415-126b-4ab5-836a-3b0d1234d6bd" providerId="ADAL" clId="{254C0B85-62A5-4686-8F7F-C4E78F74372B}" dt="2026-03-24T14:47:09.244" v="2949" actId="1037"/>
          <ac:spMkLst>
            <pc:docMk/>
            <pc:sldMk cId="373764583" sldId="2147481563"/>
            <ac:spMk id="19" creationId="{9B8F7947-83DE-DAB9-50D1-FA57DE29197B}"/>
          </ac:spMkLst>
        </pc:spChg>
        <pc:spChg chg="add mod">
          <ac:chgData name="Andrés Germán Bondio" userId="f6477415-126b-4ab5-836a-3b0d1234d6bd" providerId="ADAL" clId="{254C0B85-62A5-4686-8F7F-C4E78F74372B}" dt="2026-03-24T14:47:09.244" v="2949" actId="1037"/>
          <ac:spMkLst>
            <pc:docMk/>
            <pc:sldMk cId="373764583" sldId="2147481563"/>
            <ac:spMk id="21" creationId="{0ABE6A3A-60EF-DCF9-F579-9D8D4609650A}"/>
          </ac:spMkLst>
        </pc:spChg>
        <pc:spChg chg="add mod">
          <ac:chgData name="Andrés Germán Bondio" userId="f6477415-126b-4ab5-836a-3b0d1234d6bd" providerId="ADAL" clId="{254C0B85-62A5-4686-8F7F-C4E78F74372B}" dt="2026-03-24T14:47:09.244" v="2949" actId="1037"/>
          <ac:spMkLst>
            <pc:docMk/>
            <pc:sldMk cId="373764583" sldId="2147481563"/>
            <ac:spMk id="23" creationId="{2C9C05E5-3E44-B82C-4351-21EA2C0FB55E}"/>
          </ac:spMkLst>
        </pc:spChg>
        <pc:spChg chg="add mod">
          <ac:chgData name="Andrés Germán Bondio" userId="f6477415-126b-4ab5-836a-3b0d1234d6bd" providerId="ADAL" clId="{254C0B85-62A5-4686-8F7F-C4E78F74372B}" dt="2026-03-24T14:47:27.266" v="2952" actId="1076"/>
          <ac:spMkLst>
            <pc:docMk/>
            <pc:sldMk cId="373764583" sldId="2147481563"/>
            <ac:spMk id="25" creationId="{C35DF45C-9A91-5D9F-9327-C3EE51D87260}"/>
          </ac:spMkLst>
        </pc:spChg>
        <pc:spChg chg="add mod">
          <ac:chgData name="Andrés Germán Bondio" userId="f6477415-126b-4ab5-836a-3b0d1234d6bd" providerId="ADAL" clId="{254C0B85-62A5-4686-8F7F-C4E78F74372B}" dt="2026-03-24T14:47:09.244" v="2949" actId="1037"/>
          <ac:spMkLst>
            <pc:docMk/>
            <pc:sldMk cId="373764583" sldId="2147481563"/>
            <ac:spMk id="27" creationId="{03A9A9F3-54B5-B9BA-9EE9-E6A56FA70167}"/>
          </ac:spMkLst>
        </pc:spChg>
      </pc:sldChg>
      <pc:sldChg chg="addSp delSp modSp add mod delAnim">
        <pc:chgData name="Andrés Germán Bondio" userId="f6477415-126b-4ab5-836a-3b0d1234d6bd" providerId="ADAL" clId="{254C0B85-62A5-4686-8F7F-C4E78F74372B}" dt="2026-03-24T13:06:45.886" v="705" actId="208"/>
        <pc:sldMkLst>
          <pc:docMk/>
          <pc:sldMk cId="3991168292" sldId="2147483647"/>
        </pc:sldMkLst>
        <pc:spChg chg="mod">
          <ac:chgData name="Andrés Germán Bondio" userId="f6477415-126b-4ab5-836a-3b0d1234d6bd" providerId="ADAL" clId="{254C0B85-62A5-4686-8F7F-C4E78F74372B}" dt="2026-03-24T13:06:31.857" v="702" actId="1076"/>
          <ac:spMkLst>
            <pc:docMk/>
            <pc:sldMk cId="3991168292" sldId="2147483647"/>
            <ac:spMk id="4" creationId="{40F8914C-54D0-D2AD-2C08-C67630836F59}"/>
          </ac:spMkLst>
        </pc:spChg>
        <pc:spChg chg="add mod">
          <ac:chgData name="Andrés Germán Bondio" userId="f6477415-126b-4ab5-836a-3b0d1234d6bd" providerId="ADAL" clId="{254C0B85-62A5-4686-8F7F-C4E78F74372B}" dt="2026-03-24T13:06:45.886" v="705" actId="208"/>
          <ac:spMkLst>
            <pc:docMk/>
            <pc:sldMk cId="3991168292" sldId="2147483647"/>
            <ac:spMk id="18" creationId="{EC52D007-69DE-E116-668E-1A4A10B611A1}"/>
          </ac:spMkLst>
        </pc:spChg>
        <pc:picChg chg="add ord">
          <ac:chgData name="Andrés Germán Bondio" userId="f6477415-126b-4ab5-836a-3b0d1234d6bd" providerId="ADAL" clId="{254C0B85-62A5-4686-8F7F-C4E78F74372B}" dt="2026-03-24T13:06:06.883" v="698" actId="167"/>
          <ac:picMkLst>
            <pc:docMk/>
            <pc:sldMk cId="3991168292" sldId="2147483647"/>
            <ac:picMk id="16" creationId="{8B6D3953-ABD0-D1E9-0B2C-D5D5CE439F16}"/>
          </ac:picMkLst>
        </pc:picChg>
      </pc:sldChg>
      <pc:sldMasterChg chg="delSldLayout">
        <pc:chgData name="Andrés Germán Bondio" userId="f6477415-126b-4ab5-836a-3b0d1234d6bd" providerId="ADAL" clId="{254C0B85-62A5-4686-8F7F-C4E78F74372B}" dt="2026-03-24T16:48:30.251" v="3762" actId="47"/>
        <pc:sldMasterMkLst>
          <pc:docMk/>
          <pc:sldMasterMk cId="3162597834" sldId="214748366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0D6B2-7A93-469F-B6F2-5D6A49566362}" type="datetimeFigureOut">
              <a:rPr lang="es-AR" smtClean="0"/>
              <a:t>22/8/2026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E1C60-AA4C-4D96-9FA8-4C9E9329A27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94482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E1C60-AA4C-4D96-9FA8-4C9E9329A276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35707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D8D0E-8B00-EC6D-8AA8-4E4AB65BC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D9541F2-E108-58C6-ACA0-14B829D51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1AA1474-F6EE-2EB7-61BE-E84DCEB8E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8FEF1E-AAFF-1A35-2314-5FE270281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E1C60-AA4C-4D96-9FA8-4C9E9329A276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2077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E1C60-AA4C-4D96-9FA8-4C9E9329A276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0758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E1C60-AA4C-4D96-9FA8-4C9E9329A276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1041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24AD0-385A-027C-9E88-520A79606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E42C48-7939-AD64-DCD5-F1E64A54D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DAB749-B098-77DA-8341-94EA508F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F44-BAC7-475A-B4D3-45528A40864B}" type="datetimeFigureOut">
              <a:rPr lang="es-AR" smtClean="0"/>
              <a:t>22/8/2026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E4DAEE-0E70-D761-0A17-F10D8756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ED677E-5550-0FCA-7DE8-9F8280A3E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EBD-4F77-4C4C-947E-67704D1CD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0674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B7ADA-F620-EC1D-0A72-462EF2AE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CDB639-C262-040A-004D-261650B5B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730B35-9324-2B7A-AAD4-3EF8C46DB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F44-BAC7-475A-B4D3-45528A40864B}" type="datetimeFigureOut">
              <a:rPr lang="es-AR" smtClean="0"/>
              <a:t>22/8/2026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BA814B-3ACD-B99E-5068-CCB946C2D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422C14-12EC-A97C-198E-7604799EC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EBD-4F77-4C4C-947E-67704D1CD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95482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BD97C-0654-24E4-53FF-6324AA2D2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CBB25D-B4F2-8EDA-76C9-E3F2CBFE1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BA6FF1-B528-DD76-A2CB-CEA59EE9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F44-BAC7-475A-B4D3-45528A40864B}" type="datetimeFigureOut">
              <a:rPr lang="es-AR" smtClean="0"/>
              <a:t>22/8/2026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E3F697-C37E-DF56-952E-F8923B64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6ADDB7-DA1C-CCBE-B312-93B8BD5B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EBD-4F77-4C4C-947E-67704D1CD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5202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6EC80-95F8-51B6-82D3-21C05F086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B2A4D8-7BCA-04C4-ABD3-DD74586252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8CF1D8-90AC-4184-46FE-0224F6E9A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63D3CD-2498-6B28-E4D6-53DF9463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F44-BAC7-475A-B4D3-45528A40864B}" type="datetimeFigureOut">
              <a:rPr lang="es-AR" smtClean="0"/>
              <a:t>22/8/2026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7DAAEC-4EAC-D9AB-8563-0812A11E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C2C855-E74E-33F6-7125-0DC73F5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EBD-4F77-4C4C-947E-67704D1CD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926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6DDD3-CC83-46AB-8768-D1F355B8E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2FA72A-A611-8FC0-A3B1-E11D40EBE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5363A3-5AB6-D236-419C-0BC79A9E1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8379345-1BB0-5731-57FD-0AD1EA15D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83EAE18-2E70-B139-4EC6-EEE9318D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E40B5EC-0365-9E96-8AD3-4BE1036A8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F44-BAC7-475A-B4D3-45528A40864B}" type="datetimeFigureOut">
              <a:rPr lang="es-AR" smtClean="0"/>
              <a:t>22/8/2026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0BFDF4-7085-0BBF-4A21-008AD13B7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539C31-E9EB-9245-0CE1-6D8036E0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EBD-4F77-4C4C-947E-67704D1CD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5254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CBAF6-EB7D-4A92-B945-67CFBE1E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60658A-2616-B720-DD6B-26902F9C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F44-BAC7-475A-B4D3-45528A40864B}" type="datetimeFigureOut">
              <a:rPr lang="es-AR" smtClean="0"/>
              <a:t>22/8/2026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A980FA-29A9-D2FA-8342-103A74F15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775DEC-51A3-6D30-B6C4-53F94CFD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EBD-4F77-4C4C-947E-67704D1CD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008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3EB8BE0-A349-5261-9297-02C8F12CF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F44-BAC7-475A-B4D3-45528A40864B}" type="datetimeFigureOut">
              <a:rPr lang="es-AR" smtClean="0"/>
              <a:t>22/8/2026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AEE6299-9CFF-BDAE-8F39-9A225443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E6FCBA-9FBD-A787-E4D1-930E9BD1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EBD-4F77-4C4C-947E-67704D1CD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9702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F3229-1C78-173C-E4A6-8DDB51B4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10AC97-0A90-6859-7F6F-91226AFAF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AB3E34-190A-0963-CAE2-9787DDEBD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B82C3B-A6AC-F656-556F-EFD311C33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F44-BAC7-475A-B4D3-45528A40864B}" type="datetimeFigureOut">
              <a:rPr lang="es-AR" smtClean="0"/>
              <a:t>22/8/2026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D4170A-AFFB-90B1-82D0-EC723D27E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1E61BC-07DD-FA16-606C-EE6F0087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EBD-4F77-4C4C-947E-67704D1CD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7640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EBF49-7039-C552-6E29-0C2CF037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AC35D94-1A13-69ED-3DCB-D8146EF77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E6AAF7-DCB3-A621-6B11-E99CAF56C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545A8B-50F9-72D3-BE8A-1450B1715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F44-BAC7-475A-B4D3-45528A40864B}" type="datetimeFigureOut">
              <a:rPr lang="es-AR" smtClean="0"/>
              <a:t>22/8/2026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0BB896-67D7-8FAB-A12D-BEB551F7A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17E365-6C23-37DD-8783-F8E53A26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EBD-4F77-4C4C-947E-67704D1CD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46208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769A2-472E-F591-DC6C-1CE4FDEF5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A32E7D-A49C-6CF0-D22E-876EA1BC3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8D6927-6828-01C9-FDB6-764E238B8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F44-BAC7-475A-B4D3-45528A40864B}" type="datetimeFigureOut">
              <a:rPr lang="es-AR" smtClean="0"/>
              <a:t>22/8/2026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1CF7CA-F7D8-ED70-2E46-3AF3A30AD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D8E0DA-9B06-6C3A-6E04-E6C38E89A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EBD-4F77-4C4C-947E-67704D1CD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59543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BF98A6-839C-C579-7769-CAEC99E4D3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91596B-4AC9-2AC0-30F7-24163968C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53D539-1235-A0EB-9D5C-6FFABE1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DBF44-BAC7-475A-B4D3-45528A40864B}" type="datetimeFigureOut">
              <a:rPr lang="es-AR" smtClean="0"/>
              <a:t>22/8/2026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BAF4F2-C156-4999-25D9-EADB8C20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2B8ED5-8A37-CC45-1CBE-636A29BE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F9EBD-4F77-4C4C-947E-67704D1CD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9556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D66745F-D10F-6518-4A4D-2C252C4943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CD6AB9-4BDD-60E0-E41F-9AB66E6C8BAC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3144404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2 -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2199482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3611638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D66745F-D10F-6518-4A4D-2C252C4943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CD6AB9-4BDD-60E0-E41F-9AB66E6C8BAC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3013857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2 -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2550174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C5D33AC-3857-7A02-7FE5-ABC3009AD6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2803319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D66745F-D10F-6518-4A4D-2C252C4943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CD6AB9-4BDD-60E0-E41F-9AB66E6C8BAC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1412124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2 -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116F1192-FEC8-73B9-8216-2B1A75DE6B07}"/>
              </a:ext>
            </a:extLst>
          </p:cNvPr>
          <p:cNvSpPr/>
          <p:nvPr userDrawn="1"/>
        </p:nvSpPr>
        <p:spPr>
          <a:xfrm>
            <a:off x="5191432" y="0"/>
            <a:ext cx="7000568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1496024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C5D33AC-3857-7A02-7FE5-ABC3009AD6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4098655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D66745F-D10F-6518-4A4D-2C252C4943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CD6AB9-4BDD-60E0-E41F-9AB66E6C8BAC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2930647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2 -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3818450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C5D33AC-3857-7A02-7FE5-ABC3009AD6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2896273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D66745F-D10F-6518-4A4D-2C252C4943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CD6AB9-4BDD-60E0-E41F-9AB66E6C8BAC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3818678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2 -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1823599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3901437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406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Cuerpo de agua&#10;&#10;Descripción generada automáticamente con confianza media">
            <a:extLst>
              <a:ext uri="{FF2B5EF4-FFF2-40B4-BE49-F238E27FC236}">
                <a16:creationId xmlns:a16="http://schemas.microsoft.com/office/drawing/2014/main" id="{3DF78AF2-5960-7864-B91E-D49B29F17E0B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t="1" b="14321"/>
          <a:stretch/>
        </p:blipFill>
        <p:spPr>
          <a:xfrm>
            <a:off x="313763" y="307634"/>
            <a:ext cx="11564472" cy="623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027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0B52339-E090-4B51-9442-35ECCED0A395}"/>
              </a:ext>
            </a:extLst>
          </p:cNvPr>
          <p:cNvSpPr/>
          <p:nvPr userDrawn="1"/>
        </p:nvSpPr>
        <p:spPr>
          <a:xfrm>
            <a:off x="0" y="6396334"/>
            <a:ext cx="12192000" cy="461666"/>
          </a:xfrm>
          <a:prstGeom prst="rect">
            <a:avLst/>
          </a:prstGeom>
          <a:solidFill>
            <a:srgbClr val="14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911CCAF-8A20-4994-B15F-21FBD4C75D8C}"/>
              </a:ext>
            </a:extLst>
          </p:cNvPr>
          <p:cNvSpPr txBox="1"/>
          <p:nvPr userDrawn="1"/>
        </p:nvSpPr>
        <p:spPr>
          <a:xfrm>
            <a:off x="402513" y="6442501"/>
            <a:ext cx="1138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33" lvl="0" algn="r">
              <a:spcBef>
                <a:spcPts val="5733"/>
              </a:spcBef>
            </a:pPr>
            <a:r>
              <a:rPr lang="es-ES" dirty="0">
                <a:solidFill>
                  <a:schemeClr val="bg1"/>
                </a:solidFill>
                <a:latin typeface="Hiberus type" panose="02000500030000020004" pitchFamily="2" charset="0"/>
                <a:ea typeface="Roboto Thin" pitchFamily="2" charset="0"/>
                <a:cs typeface="Arial Black"/>
              </a:rPr>
              <a:t>www.hiberus.com</a:t>
            </a:r>
          </a:p>
        </p:txBody>
      </p:sp>
      <p:pic>
        <p:nvPicPr>
          <p:cNvPr id="16" name="Picture 2" descr="Resultado de imagen de network png">
            <a:extLst>
              <a:ext uri="{FF2B5EF4-FFF2-40B4-BE49-F238E27FC236}">
                <a16:creationId xmlns:a16="http://schemas.microsoft.com/office/drawing/2014/main" id="{41741B45-3028-448A-8D74-12B4F56406C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cstate="hq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79976" y="0"/>
            <a:ext cx="8032047" cy="185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Marcador de texto 20">
            <a:extLst>
              <a:ext uri="{FF2B5EF4-FFF2-40B4-BE49-F238E27FC236}">
                <a16:creationId xmlns:a16="http://schemas.microsoft.com/office/drawing/2014/main" id="{C3D0E12F-7EE8-434F-9E6D-86B6FB729A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39" y="277405"/>
            <a:ext cx="5676862" cy="7078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s-ES" sz="4000" kern="1200" dirty="0" smtClean="0">
                <a:solidFill>
                  <a:srgbClr val="1437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 Black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Título 1</a:t>
            </a:r>
          </a:p>
        </p:txBody>
      </p:sp>
      <p:sp>
        <p:nvSpPr>
          <p:cNvPr id="71" name="Marcador de texto 20">
            <a:extLst>
              <a:ext uri="{FF2B5EF4-FFF2-40B4-BE49-F238E27FC236}">
                <a16:creationId xmlns:a16="http://schemas.microsoft.com/office/drawing/2014/main" id="{2E9D78F8-8051-4A85-93DA-98CC6666D8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9139" y="797172"/>
            <a:ext cx="5676861" cy="46166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s-ES" sz="2400" kern="1200" dirty="0" smtClean="0">
                <a:solidFill>
                  <a:srgbClr val="D9D9D9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Arial Black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Subtítulo</a:t>
            </a:r>
          </a:p>
        </p:txBody>
      </p:sp>
      <p:sp>
        <p:nvSpPr>
          <p:cNvPr id="72" name="Marcador de texto 20">
            <a:extLst>
              <a:ext uri="{FF2B5EF4-FFF2-40B4-BE49-F238E27FC236}">
                <a16:creationId xmlns:a16="http://schemas.microsoft.com/office/drawing/2014/main" id="{FD79628B-CC7C-49C4-B8CE-F672233675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138" y="1438701"/>
            <a:ext cx="5676861" cy="33990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s-ES" sz="2000" kern="1200" dirty="0" smtClean="0">
                <a:solidFill>
                  <a:srgbClr val="262626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Título 2</a:t>
            </a:r>
          </a:p>
        </p:txBody>
      </p:sp>
      <p:sp>
        <p:nvSpPr>
          <p:cNvPr id="73" name="Marcador de texto 20">
            <a:extLst>
              <a:ext uri="{FF2B5EF4-FFF2-40B4-BE49-F238E27FC236}">
                <a16:creationId xmlns:a16="http://schemas.microsoft.com/office/drawing/2014/main" id="{2136FDF9-8AE3-4B53-AB9D-FE18E0FBA1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137" y="1892111"/>
            <a:ext cx="5676861" cy="33990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s-ES" sz="14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Contenido.</a:t>
            </a:r>
          </a:p>
        </p:txBody>
      </p:sp>
    </p:spTree>
    <p:extLst>
      <p:ext uri="{BB962C8B-B14F-4D97-AF65-F5344CB8AC3E}">
        <p14:creationId xmlns:p14="http://schemas.microsoft.com/office/powerpoint/2010/main" val="1136759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e bl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D66745F-D10F-6518-4A4D-2C252C4943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2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CD6AB9-4BDD-60E0-E41F-9AB66E6C8BAC}"/>
              </a:ext>
            </a:extLst>
          </p:cNvPr>
          <p:cNvSpPr txBox="1"/>
          <p:nvPr userDrawn="1"/>
        </p:nvSpPr>
        <p:spPr>
          <a:xfrm>
            <a:off x="216277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12709681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asoExit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2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1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CASOS DE ÉXITO</a:t>
            </a:r>
            <a:endParaRPr lang="es-ES_tradnl"/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AEC36E2C-4C12-EB33-E0D5-DAA31B9F38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50392" y="558011"/>
            <a:ext cx="5709600" cy="573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Imagen cliente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7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3CC63033-14E7-6988-82FF-1BE8DB9F2802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321850" y="6078819"/>
            <a:ext cx="141871" cy="141871"/>
          </a:xfrm>
          <a:prstGeom prst="rect">
            <a:avLst/>
          </a:prstGeom>
        </p:spPr>
      </p:pic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449CF236-350F-7A05-3E3F-F94BB2227E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6275" y="1094413"/>
            <a:ext cx="3916143" cy="1582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consectetur</a:t>
            </a:r>
            <a:endParaRPr lang="es-ES"/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531EE77F-9392-F5A8-2654-089D32A8F4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6275" y="2948550"/>
            <a:ext cx="4974767" cy="4009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consectetur</a:t>
            </a:r>
            <a:r>
              <a:rPr lang="es-ES"/>
              <a:t> </a:t>
            </a:r>
            <a:r>
              <a:rPr lang="es-ES" err="1"/>
              <a:t>adipiscing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, sed do </a:t>
            </a:r>
            <a:r>
              <a:rPr lang="es-ES" err="1"/>
              <a:t>ei</a:t>
            </a:r>
            <a:endParaRPr lang="es-ES"/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547ECF16-BDB4-5EB0-1513-E42C26F2A8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275" y="3698475"/>
            <a:ext cx="3916143" cy="400996"/>
          </a:xfrm>
          <a:prstGeom prst="rect">
            <a:avLst/>
          </a:prstGeom>
        </p:spPr>
        <p:txBody>
          <a:bodyPr/>
          <a:lstStyle>
            <a:lvl1pPr marL="171446" indent="-171446">
              <a:buClr>
                <a:srgbClr val="1ED7EB"/>
              </a:buClr>
              <a:buFont typeface="Wingdings" panose="05000000000000000000" pitchFamily="2" charset="2"/>
              <a:buChar char="ü"/>
              <a:defRPr sz="1200" b="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consectetur</a:t>
            </a:r>
            <a:r>
              <a:rPr lang="es-ES"/>
              <a:t> </a:t>
            </a:r>
            <a:r>
              <a:rPr lang="es-ES" err="1"/>
              <a:t>adipiscing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, sed do </a:t>
            </a:r>
            <a:r>
              <a:rPr lang="es-ES" err="1"/>
              <a:t>eiusmod</a:t>
            </a:r>
            <a:r>
              <a:rPr lang="es-ES"/>
              <a:t> </a:t>
            </a:r>
            <a:r>
              <a:rPr lang="es-ES" err="1"/>
              <a:t>tempor</a:t>
            </a:r>
            <a:r>
              <a:rPr lang="es-ES"/>
              <a:t> </a:t>
            </a:r>
            <a:r>
              <a:rPr lang="es-ES" err="1"/>
              <a:t>incididunt</a:t>
            </a:r>
            <a:r>
              <a:rPr lang="es-ES"/>
              <a:t> ut labore et </a:t>
            </a:r>
            <a:r>
              <a:rPr lang="es-ES" err="1"/>
              <a:t>dolore</a:t>
            </a:r>
            <a:r>
              <a:rPr lang="es-ES"/>
              <a:t> magna </a:t>
            </a:r>
            <a:r>
              <a:rPr lang="es-ES" err="1"/>
              <a:t>aliqua</a:t>
            </a:r>
            <a:endParaRPr lang="es-ES"/>
          </a:p>
          <a:p>
            <a:pPr lvl="0"/>
            <a:r>
              <a:rPr lang="es-ES" err="1"/>
              <a:t>Lorem</a:t>
            </a:r>
            <a:r>
              <a:rPr lang="es-ES"/>
              <a:t> </a:t>
            </a:r>
            <a:r>
              <a:rPr lang="es-ES" err="1"/>
              <a:t>ipsum</a:t>
            </a:r>
            <a:r>
              <a:rPr lang="es-ES"/>
              <a:t> dolor </a:t>
            </a:r>
            <a:r>
              <a:rPr lang="es-ES" err="1"/>
              <a:t>sit</a:t>
            </a:r>
            <a:r>
              <a:rPr lang="es-ES"/>
              <a:t> </a:t>
            </a:r>
            <a:r>
              <a:rPr lang="es-ES" err="1"/>
              <a:t>amet</a:t>
            </a:r>
            <a:r>
              <a:rPr lang="es-ES"/>
              <a:t>, </a:t>
            </a:r>
            <a:r>
              <a:rPr lang="es-ES" err="1"/>
              <a:t>consectetur</a:t>
            </a:r>
            <a:r>
              <a:rPr lang="es-ES"/>
              <a:t> </a:t>
            </a:r>
            <a:r>
              <a:rPr lang="es-ES" err="1"/>
              <a:t>adipiscing</a:t>
            </a:r>
            <a:r>
              <a:rPr lang="es-ES"/>
              <a:t> </a:t>
            </a:r>
            <a:r>
              <a:rPr lang="es-ES" err="1"/>
              <a:t>elit</a:t>
            </a:r>
            <a:r>
              <a:rPr lang="es-ES"/>
              <a:t>, sed do </a:t>
            </a:r>
            <a:r>
              <a:rPr lang="es-ES" err="1"/>
              <a:t>eiusmod</a:t>
            </a:r>
            <a:r>
              <a:rPr lang="es-ES"/>
              <a:t> </a:t>
            </a:r>
            <a:r>
              <a:rPr lang="es-ES" err="1"/>
              <a:t>tempor</a:t>
            </a:r>
            <a:r>
              <a:rPr lang="es-ES"/>
              <a:t> </a:t>
            </a:r>
            <a:r>
              <a:rPr lang="es-ES" err="1"/>
              <a:t>incididunt</a:t>
            </a:r>
            <a:r>
              <a:rPr lang="es-ES"/>
              <a:t> ut labore et </a:t>
            </a:r>
            <a:r>
              <a:rPr lang="es-ES" err="1"/>
              <a:t>dolore</a:t>
            </a:r>
            <a:r>
              <a:rPr lang="es-ES"/>
              <a:t> magna </a:t>
            </a:r>
            <a:r>
              <a:rPr lang="es-ES" err="1"/>
              <a:t>aliqua</a:t>
            </a:r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EB6246B-4EAA-FDE7-E687-715EF3C0635A}"/>
              </a:ext>
            </a:extLst>
          </p:cNvPr>
          <p:cNvSpPr>
            <a:spLocks/>
          </p:cNvSpPr>
          <p:nvPr userDrawn="1"/>
        </p:nvSpPr>
        <p:spPr>
          <a:xfrm>
            <a:off x="5520071" y="2813854"/>
            <a:ext cx="1203325" cy="1212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>
              <a:solidFill>
                <a:srgbClr val="173962"/>
              </a:solidFill>
            </a:endParaRPr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D32C7512-040B-7E4D-62CE-2392A778C6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310" y="6018935"/>
            <a:ext cx="4974767" cy="4009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s-ES"/>
              <a:t>Sitio web</a:t>
            </a:r>
          </a:p>
        </p:txBody>
      </p:sp>
      <p:sp>
        <p:nvSpPr>
          <p:cNvPr id="17" name="Marcador de posición de imagen 21">
            <a:extLst>
              <a:ext uri="{FF2B5EF4-FFF2-40B4-BE49-F238E27FC236}">
                <a16:creationId xmlns:a16="http://schemas.microsoft.com/office/drawing/2014/main" id="{4F1781B9-8D97-93CC-559B-BB7A484D396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641182" y="3152633"/>
            <a:ext cx="909639" cy="4286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s-E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2468476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Porta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tabla, verde, florero&#10;&#10;El contenido generado por IA puede ser incorrecto.">
            <a:extLst>
              <a:ext uri="{FF2B5EF4-FFF2-40B4-BE49-F238E27FC236}">
                <a16:creationId xmlns:a16="http://schemas.microsoft.com/office/drawing/2014/main" id="{7BB14945-860B-C524-7280-545832CE6B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61" r="913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295D89F-AF76-1812-5534-CEB2A8F08149}"/>
              </a:ext>
            </a:extLst>
          </p:cNvPr>
          <p:cNvSpPr/>
          <p:nvPr userDrawn="1"/>
        </p:nvSpPr>
        <p:spPr>
          <a:xfrm>
            <a:off x="1" y="0"/>
            <a:ext cx="6997958" cy="6858000"/>
          </a:xfrm>
          <a:prstGeom prst="rect">
            <a:avLst/>
          </a:prstGeom>
          <a:gradFill>
            <a:gsLst>
              <a:gs pos="51000">
                <a:srgbClr val="0D214B"/>
              </a:gs>
              <a:gs pos="99000">
                <a:srgbClr val="122E55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B7ADEC-67FB-0CE2-6991-769D82884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3160260"/>
            <a:ext cx="4319588" cy="1273628"/>
          </a:xfrm>
        </p:spPr>
        <p:txBody>
          <a:bodyPr>
            <a:normAutofit/>
          </a:bodyPr>
          <a:lstStyle>
            <a:lvl1pPr>
              <a:lnSpc>
                <a:spcPts val="3800"/>
              </a:lnSpc>
              <a:defRPr sz="2500" cap="all" baseline="0">
                <a:solidFill>
                  <a:schemeClr val="bg2"/>
                </a:solidFill>
                <a:latin typeface="Montserrat Medium" pitchFamily="2" charset="77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pic>
        <p:nvPicPr>
          <p:cNvPr id="9" name="Imagen 8" descr="Logotipo&#10;&#10;Descripción generada automáticamente">
            <a:extLst>
              <a:ext uri="{FF2B5EF4-FFF2-40B4-BE49-F238E27FC236}">
                <a16:creationId xmlns:a16="http://schemas.microsoft.com/office/drawing/2014/main" id="{DE3E5168-8950-57C7-2A38-C48B56B2AF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120507"/>
            <a:ext cx="2294518" cy="556698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E570257-D106-6AD1-0FF7-3A89CBB7C420}"/>
              </a:ext>
            </a:extLst>
          </p:cNvPr>
          <p:cNvSpPr/>
          <p:nvPr userDrawn="1"/>
        </p:nvSpPr>
        <p:spPr>
          <a:xfrm>
            <a:off x="1907629" y="0"/>
            <a:ext cx="10284372" cy="6858000"/>
          </a:xfrm>
          <a:prstGeom prst="rect">
            <a:avLst/>
          </a:prstGeom>
          <a:gradFill>
            <a:gsLst>
              <a:gs pos="75000">
                <a:schemeClr val="tx2">
                  <a:alpha val="0"/>
                </a:schemeClr>
              </a:gs>
              <a:gs pos="100000">
                <a:srgbClr val="B8FA52">
                  <a:alpha val="60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0AF7E3B-6E9A-C541-BCC0-CC73F6B92D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5000">
                <a:schemeClr val="tx2">
                  <a:alpha val="0"/>
                </a:schemeClr>
              </a:gs>
              <a:gs pos="100000">
                <a:schemeClr val="bg2">
                  <a:lumMod val="60000"/>
                  <a:lumOff val="40000"/>
                  <a:alpha val="55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53470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o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Edificio con letrero en frente&#10;&#10;Descripción generada automáticamente">
            <a:extLst>
              <a:ext uri="{FF2B5EF4-FFF2-40B4-BE49-F238E27FC236}">
                <a16:creationId xmlns:a16="http://schemas.microsoft.com/office/drawing/2014/main" id="{2FA1152F-4DFC-3D6C-2E5D-9BB33F72B04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3763" y="307634"/>
            <a:ext cx="11564472" cy="623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5510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and white 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116F1192-FEC8-73B9-8216-2B1A75DE6B07}"/>
              </a:ext>
            </a:extLst>
          </p:cNvPr>
          <p:cNvSpPr/>
          <p:nvPr userDrawn="1"/>
        </p:nvSpPr>
        <p:spPr>
          <a:xfrm>
            <a:off x="5191432" y="0"/>
            <a:ext cx="7000568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noProof="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3082433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noProof="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191675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525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e_Media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1780509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e Bl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D66745F-D10F-6518-4A4D-2C252C4943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CD6AB9-4BDD-60E0-E41F-9AB66E6C8BAC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55958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PIs + fotografí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2A38C-465D-F43E-4E1C-8106A965B3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518" y="365126"/>
            <a:ext cx="10619281" cy="1134136"/>
          </a:xfrm>
        </p:spPr>
        <p:txBody>
          <a:bodyPr/>
          <a:lstStyle>
            <a:lvl1pPr>
              <a:lnSpc>
                <a:spcPts val="3900"/>
              </a:lnSpc>
              <a:defRPr/>
            </a:lvl1pPr>
          </a:lstStyle>
          <a:p>
            <a:r>
              <a:rPr lang="es-ES"/>
              <a:t>Nuestras cifras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02F8E7C-B1EC-F52F-2B50-6E054A7F9C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ESCRÍBE EL TÍTULO DE TU DOCUMENTO AQUÍ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FA0174-927B-3B9F-AEB2-DDA0BE7724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D8F308C-FC60-5042-8635-1F936C45D685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98ACF4B8-63BC-6437-587F-490D63CDD5B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97973" y="2059996"/>
            <a:ext cx="1846224" cy="494131"/>
          </a:xfrm>
        </p:spPr>
        <p:txBody>
          <a:bodyPr anchor="b">
            <a:normAutofit/>
          </a:bodyPr>
          <a:lstStyle>
            <a:lvl1pPr marL="0" indent="0" algn="r">
              <a:buNone/>
              <a:defRPr sz="35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+ 2.500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47D960F8-B924-F0E0-FE87-153E6F9FE22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997973" y="3133411"/>
            <a:ext cx="1846224" cy="494131"/>
          </a:xfrm>
        </p:spPr>
        <p:txBody>
          <a:bodyPr anchor="b">
            <a:normAutofit/>
          </a:bodyPr>
          <a:lstStyle>
            <a:lvl1pPr marL="0" indent="0" algn="r">
              <a:buNone/>
              <a:defRPr sz="35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+ 130M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E209349E-E152-3151-970E-2A199D6AF41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997973" y="4206826"/>
            <a:ext cx="1846224" cy="494131"/>
          </a:xfrm>
        </p:spPr>
        <p:txBody>
          <a:bodyPr anchor="b">
            <a:normAutofit/>
          </a:bodyPr>
          <a:lstStyle>
            <a:lvl1pPr marL="0" indent="0" algn="r">
              <a:buNone/>
              <a:defRPr sz="35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x 2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B074497E-D6BC-CBD4-8FC6-E7D718588AE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997973" y="5280241"/>
            <a:ext cx="1846224" cy="494131"/>
          </a:xfrm>
        </p:spPr>
        <p:txBody>
          <a:bodyPr anchor="b">
            <a:normAutofit/>
          </a:bodyPr>
          <a:lstStyle>
            <a:lvl1pPr marL="0" indent="0" algn="r">
              <a:buNone/>
              <a:defRPr sz="35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+ 42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6DBFB1A1-8B62-99D5-827A-1BD7BB9AA5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4423" y="1468438"/>
            <a:ext cx="2692400" cy="2028825"/>
          </a:xfr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0" name="Marcador de posición de imagen 8">
            <a:extLst>
              <a:ext uri="{FF2B5EF4-FFF2-40B4-BE49-F238E27FC236}">
                <a16:creationId xmlns:a16="http://schemas.microsoft.com/office/drawing/2014/main" id="{050E1B07-D1D6-2D90-DAC6-0F79032E6BC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54485" y="1468438"/>
            <a:ext cx="2692400" cy="2028825"/>
          </a:xfr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E9392015-925A-8DB1-0E97-FFDA1D66FA8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24423" y="3828112"/>
            <a:ext cx="5822428" cy="1952625"/>
          </a:xfr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8A2F42A2-D902-5AD2-802D-3BDFE02DB4A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59838" y="2083167"/>
            <a:ext cx="2147887" cy="376237"/>
          </a:xfrm>
        </p:spPr>
        <p:txBody>
          <a:bodyPr>
            <a:noAutofit/>
          </a:bodyPr>
          <a:lstStyle>
            <a:lvl1pPr marL="0" indent="0">
              <a:buNone/>
              <a:defRPr lang="es-ES" sz="1200" b="0" i="0" kern="1200" dirty="0">
                <a:solidFill>
                  <a:schemeClr val="tx1"/>
                </a:solidFill>
                <a:effectLst/>
                <a:latin typeface="Montserrat SemiBold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Profesionales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C7F1158C-72E0-81CD-1A8C-DAAC8A544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9838" y="3185136"/>
            <a:ext cx="2147887" cy="376237"/>
          </a:xfrm>
        </p:spPr>
        <p:txBody>
          <a:bodyPr>
            <a:noAutofit/>
          </a:bodyPr>
          <a:lstStyle>
            <a:lvl1pPr marL="0" indent="0">
              <a:buNone/>
              <a:defRPr lang="es-ES" sz="1200" b="0" i="0" kern="1200" dirty="0">
                <a:solidFill>
                  <a:schemeClr val="tx1"/>
                </a:solidFill>
                <a:effectLst/>
                <a:latin typeface="Montserrat SemiBold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Ingresos</a:t>
            </a:r>
          </a:p>
        </p:txBody>
      </p:sp>
      <p:sp>
        <p:nvSpPr>
          <p:cNvPr id="19" name="Marcador de texto 16">
            <a:extLst>
              <a:ext uri="{FF2B5EF4-FFF2-40B4-BE49-F238E27FC236}">
                <a16:creationId xmlns:a16="http://schemas.microsoft.com/office/drawing/2014/main" id="{45286DE2-A768-C088-28ED-1DDFC936E2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59838" y="4239793"/>
            <a:ext cx="2147887" cy="376237"/>
          </a:xfrm>
        </p:spPr>
        <p:txBody>
          <a:bodyPr>
            <a:noAutofit/>
          </a:bodyPr>
          <a:lstStyle>
            <a:lvl1pPr marL="0" indent="0">
              <a:buNone/>
              <a:defRPr lang="es-ES" sz="1200" b="0" i="0" kern="1200" dirty="0">
                <a:solidFill>
                  <a:schemeClr val="tx1"/>
                </a:solidFill>
                <a:effectLst/>
                <a:latin typeface="Montserrat SemiBold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En los 2 últimos años</a:t>
            </a:r>
          </a:p>
        </p:txBody>
      </p:sp>
      <p:sp>
        <p:nvSpPr>
          <p:cNvPr id="22" name="Marcador de texto 16">
            <a:extLst>
              <a:ext uri="{FF2B5EF4-FFF2-40B4-BE49-F238E27FC236}">
                <a16:creationId xmlns:a16="http://schemas.microsoft.com/office/drawing/2014/main" id="{D6C09773-9525-484E-36D7-B6C2FED935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59838" y="5226974"/>
            <a:ext cx="2147887" cy="435272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buNone/>
              <a:defRPr lang="es-ES" sz="1200" b="0" i="0" kern="1200" dirty="0">
                <a:solidFill>
                  <a:schemeClr val="tx1"/>
                </a:solidFill>
                <a:effectLst/>
                <a:latin typeface="Montserrat SemiBold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Áreas de competencia tecnológica</a:t>
            </a:r>
          </a:p>
        </p:txBody>
      </p:sp>
    </p:spTree>
    <p:extLst>
      <p:ext uri="{BB962C8B-B14F-4D97-AF65-F5344CB8AC3E}">
        <p14:creationId xmlns:p14="http://schemas.microsoft.com/office/powerpoint/2010/main" val="8093574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D66745F-D10F-6518-4A4D-2C252C4943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CD6AB9-4BDD-60E0-E41F-9AB66E6C8BAC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207128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2 -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3113024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C5D33AC-3857-7A02-7FE5-ABC3009AD6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2221120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940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Edificio con letrero en frente&#10;&#10;Descripción generada automáticamente">
            <a:extLst>
              <a:ext uri="{FF2B5EF4-FFF2-40B4-BE49-F238E27FC236}">
                <a16:creationId xmlns:a16="http://schemas.microsoft.com/office/drawing/2014/main" id="{2FA1152F-4DFC-3D6C-2E5D-9BB33F72B04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3763" y="307634"/>
            <a:ext cx="11564472" cy="623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959688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Cuerpo de agua&#10;&#10;Descripción generada automáticamente con confianza media">
            <a:extLst>
              <a:ext uri="{FF2B5EF4-FFF2-40B4-BE49-F238E27FC236}">
                <a16:creationId xmlns:a16="http://schemas.microsoft.com/office/drawing/2014/main" id="{3DF78AF2-5960-7864-B91E-D49B29F17E0B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t="1" b="14321"/>
          <a:stretch/>
        </p:blipFill>
        <p:spPr>
          <a:xfrm>
            <a:off x="313763" y="307634"/>
            <a:ext cx="11564472" cy="623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039555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hite 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D66745F-D10F-6518-4A4D-2C252C4943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CD6AB9-4BDD-60E0-E41F-9AB66E6C8BAC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3683871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C460979C-0F39-4567-924A-2B1623AAC146}"/>
              </a:ext>
            </a:extLst>
          </p:cNvPr>
          <p:cNvSpPr/>
          <p:nvPr userDrawn="1"/>
        </p:nvSpPr>
        <p:spPr>
          <a:xfrm>
            <a:off x="0" y="6396334"/>
            <a:ext cx="12192000" cy="461666"/>
          </a:xfrm>
          <a:prstGeom prst="rect">
            <a:avLst/>
          </a:prstGeom>
          <a:solidFill>
            <a:srgbClr val="14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E6EC248-A7B9-40AE-B0CA-10DD40E12F29}"/>
              </a:ext>
            </a:extLst>
          </p:cNvPr>
          <p:cNvSpPr txBox="1"/>
          <p:nvPr userDrawn="1"/>
        </p:nvSpPr>
        <p:spPr>
          <a:xfrm>
            <a:off x="402513" y="6442501"/>
            <a:ext cx="1138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33" lvl="0" algn="r">
              <a:spcBef>
                <a:spcPts val="5733"/>
              </a:spcBef>
            </a:pPr>
            <a:r>
              <a:rPr lang="es-ES" dirty="0">
                <a:solidFill>
                  <a:schemeClr val="bg1"/>
                </a:solidFill>
                <a:latin typeface="Hiberus type" panose="02000500030000020004" pitchFamily="2" charset="0"/>
                <a:ea typeface="Roboto Th" pitchFamily="2" charset="0"/>
                <a:cs typeface="Arial Black"/>
              </a:rPr>
              <a:t>www.hiberus.com</a:t>
            </a:r>
          </a:p>
        </p:txBody>
      </p:sp>
      <p:sp>
        <p:nvSpPr>
          <p:cNvPr id="9" name="Marcador de texto 20">
            <a:extLst>
              <a:ext uri="{FF2B5EF4-FFF2-40B4-BE49-F238E27FC236}">
                <a16:creationId xmlns:a16="http://schemas.microsoft.com/office/drawing/2014/main" id="{55165A80-AC08-447F-B78F-790CBB76A1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39" y="277405"/>
            <a:ext cx="5676862" cy="7078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s-ES" sz="4000" kern="1200" dirty="0" smtClean="0">
                <a:solidFill>
                  <a:srgbClr val="14375E"/>
                </a:solidFill>
                <a:latin typeface="Montserrat ExtraBold" panose="00000900000000000000" pitchFamily="50" charset="0"/>
                <a:ea typeface="Roboto Bk" panose="02000000000000000000" pitchFamily="2" charset="0"/>
                <a:cs typeface="Montserrat ExtraBold" panose="00000900000000000000" pitchFamily="50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Título 1</a:t>
            </a:r>
          </a:p>
        </p:txBody>
      </p:sp>
      <p:sp>
        <p:nvSpPr>
          <p:cNvPr id="10" name="Marcador de texto 20">
            <a:extLst>
              <a:ext uri="{FF2B5EF4-FFF2-40B4-BE49-F238E27FC236}">
                <a16:creationId xmlns:a16="http://schemas.microsoft.com/office/drawing/2014/main" id="{44EAF6E8-ECF5-4532-A0F0-67EB79EC97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9139" y="797172"/>
            <a:ext cx="5676861" cy="46166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s-ES" sz="2400" kern="1200" dirty="0" smtClean="0">
                <a:solidFill>
                  <a:srgbClr val="D9D9D9"/>
                </a:solidFill>
                <a:latin typeface="Montserrat SemiBold" panose="00000700000000000000" pitchFamily="2" charset="0"/>
                <a:ea typeface="Roboto Condensed Light" panose="02000000000000000000" pitchFamily="2" charset="0"/>
                <a:cs typeface="Montserrat SemiBold" panose="000007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Subtítulo</a:t>
            </a:r>
          </a:p>
        </p:txBody>
      </p:sp>
      <p:sp>
        <p:nvSpPr>
          <p:cNvPr id="11" name="Marcador de texto 20">
            <a:extLst>
              <a:ext uri="{FF2B5EF4-FFF2-40B4-BE49-F238E27FC236}">
                <a16:creationId xmlns:a16="http://schemas.microsoft.com/office/drawing/2014/main" id="{7DA46B4D-2B5E-4DDB-A153-F97E921A78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139" y="1449684"/>
            <a:ext cx="5676862" cy="38607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s-ES" sz="16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ontserrat ExtraBold" panose="00000900000000000000" pitchFamily="50" charset="0"/>
                <a:ea typeface="Roboto Bk" panose="02000000000000000000" pitchFamily="2" charset="0"/>
                <a:cs typeface="Montserrat ExtraBold" panose="00000900000000000000" pitchFamily="50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Título 2</a:t>
            </a:r>
          </a:p>
        </p:txBody>
      </p:sp>
      <p:sp>
        <p:nvSpPr>
          <p:cNvPr id="12" name="Marcador de texto 20">
            <a:extLst>
              <a:ext uri="{FF2B5EF4-FFF2-40B4-BE49-F238E27FC236}">
                <a16:creationId xmlns:a16="http://schemas.microsoft.com/office/drawing/2014/main" id="{2C5D62B6-5876-4023-9665-54FB8E3E72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139" y="1731326"/>
            <a:ext cx="5676861" cy="46166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s-E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50" charset="0"/>
                <a:ea typeface="Roboto Condensed Light" panose="02000000000000000000" pitchFamily="2" charset="0"/>
                <a:cs typeface="Montserrat Medium" panose="00000600000000000000" pitchFamily="50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Subtítulo 2</a:t>
            </a:r>
          </a:p>
        </p:txBody>
      </p:sp>
    </p:spTree>
    <p:extLst>
      <p:ext uri="{BB962C8B-B14F-4D97-AF65-F5344CB8AC3E}">
        <p14:creationId xmlns:p14="http://schemas.microsoft.com/office/powerpoint/2010/main" val="815352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8A8561F1-E915-4C2B-A880-4D1EF7DEA0FB}"/>
              </a:ext>
            </a:extLst>
          </p:cNvPr>
          <p:cNvSpPr/>
          <p:nvPr userDrawn="1"/>
        </p:nvSpPr>
        <p:spPr>
          <a:xfrm>
            <a:off x="-1" y="0"/>
            <a:ext cx="9504728" cy="6858000"/>
          </a:xfrm>
          <a:custGeom>
            <a:avLst/>
            <a:gdLst>
              <a:gd name="connsiteX0" fmla="*/ 7018684 w 9504728"/>
              <a:gd name="connsiteY0" fmla="*/ 0 h 6858000"/>
              <a:gd name="connsiteX1" fmla="*/ 9504728 w 9504728"/>
              <a:gd name="connsiteY1" fmla="*/ 6858000 h 6858000"/>
              <a:gd name="connsiteX2" fmla="*/ 7018684 w 9504728"/>
              <a:gd name="connsiteY2" fmla="*/ 6858000 h 6858000"/>
              <a:gd name="connsiteX3" fmla="*/ 0 w 9504728"/>
              <a:gd name="connsiteY3" fmla="*/ 0 h 6858000"/>
              <a:gd name="connsiteX4" fmla="*/ 7018683 w 9504728"/>
              <a:gd name="connsiteY4" fmla="*/ 0 h 6858000"/>
              <a:gd name="connsiteX5" fmla="*/ 7018683 w 9504728"/>
              <a:gd name="connsiteY5" fmla="*/ 6858000 h 6858000"/>
              <a:gd name="connsiteX6" fmla="*/ 0 w 950472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04728" h="6858000">
                <a:moveTo>
                  <a:pt x="7018684" y="0"/>
                </a:moveTo>
                <a:lnTo>
                  <a:pt x="9504728" y="6858000"/>
                </a:lnTo>
                <a:lnTo>
                  <a:pt x="7018684" y="6858000"/>
                </a:lnTo>
                <a:close/>
                <a:moveTo>
                  <a:pt x="0" y="0"/>
                </a:moveTo>
                <a:lnTo>
                  <a:pt x="7018683" y="0"/>
                </a:lnTo>
                <a:lnTo>
                  <a:pt x="701868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4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4" name="Triángulo rectángulo 13">
            <a:extLst>
              <a:ext uri="{FF2B5EF4-FFF2-40B4-BE49-F238E27FC236}">
                <a16:creationId xmlns:a16="http://schemas.microsoft.com/office/drawing/2014/main" id="{3E345FBE-1F86-4B19-BF1F-620ED573565C}"/>
              </a:ext>
            </a:extLst>
          </p:cNvPr>
          <p:cNvSpPr/>
          <p:nvPr userDrawn="1"/>
        </p:nvSpPr>
        <p:spPr>
          <a:xfrm rot="10800000">
            <a:off x="8001000" y="-2"/>
            <a:ext cx="4191000" cy="5579245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04434BE-7305-4941-9363-C81F550B61D1}"/>
              </a:ext>
            </a:extLst>
          </p:cNvPr>
          <p:cNvSpPr txBox="1"/>
          <p:nvPr userDrawn="1"/>
        </p:nvSpPr>
        <p:spPr>
          <a:xfrm>
            <a:off x="402513" y="6442501"/>
            <a:ext cx="11386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33" lvl="0" algn="r">
              <a:spcBef>
                <a:spcPts val="5733"/>
              </a:spcBef>
            </a:pPr>
            <a:r>
              <a:rPr lang="es-ES" dirty="0">
                <a:solidFill>
                  <a:schemeClr val="bg1">
                    <a:lumMod val="85000"/>
                  </a:schemeClr>
                </a:solidFill>
                <a:latin typeface="Hiberus type" panose="02000500030000020004" pitchFamily="2" charset="0"/>
                <a:ea typeface="Roboto Th" pitchFamily="2" charset="0"/>
                <a:cs typeface="Arial Black"/>
              </a:rPr>
              <a:t>www.hiberus.com</a:t>
            </a:r>
          </a:p>
        </p:txBody>
      </p:sp>
      <p:sp>
        <p:nvSpPr>
          <p:cNvPr id="16" name="Marcador de texto 12">
            <a:extLst>
              <a:ext uri="{FF2B5EF4-FFF2-40B4-BE49-F238E27FC236}">
                <a16:creationId xmlns:a16="http://schemas.microsoft.com/office/drawing/2014/main" id="{1A49E6B0-5D12-49C6-A875-A8E67EEE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40" y="5337525"/>
            <a:ext cx="11370348" cy="6393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s-ES" sz="4000" kern="1200" dirty="0" smtClean="0">
                <a:solidFill>
                  <a:schemeClr val="bg1"/>
                </a:solidFill>
                <a:latin typeface="Montserrat ExtraBold" panose="00000900000000000000" pitchFamily="50" charset="0"/>
                <a:ea typeface="Roboto Bk" panose="02000000000000000000" pitchFamily="2" charset="0"/>
                <a:cs typeface="Montserrat ExtraBold" panose="00000900000000000000" pitchFamily="50" charset="0"/>
              </a:defRPr>
            </a:lvl1pPr>
          </a:lstStyle>
          <a:p>
            <a:pPr lvl="0"/>
            <a:r>
              <a:rPr lang="es-ES"/>
              <a:t>Título de bloque</a:t>
            </a:r>
          </a:p>
        </p:txBody>
      </p:sp>
    </p:spTree>
    <p:extLst>
      <p:ext uri="{BB962C8B-B14F-4D97-AF65-F5344CB8AC3E}">
        <p14:creationId xmlns:p14="http://schemas.microsoft.com/office/powerpoint/2010/main" val="749042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4E6EC248-A7B9-40AE-B0CA-10DD40E12F29}"/>
              </a:ext>
            </a:extLst>
          </p:cNvPr>
          <p:cNvSpPr txBox="1"/>
          <p:nvPr userDrawn="1"/>
        </p:nvSpPr>
        <p:spPr>
          <a:xfrm>
            <a:off x="402513" y="6442501"/>
            <a:ext cx="1138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33" lvl="0" algn="r">
              <a:spcBef>
                <a:spcPts val="5733"/>
              </a:spcBef>
            </a:pPr>
            <a:r>
              <a:rPr lang="es-ES" dirty="0">
                <a:solidFill>
                  <a:schemeClr val="bg1"/>
                </a:solidFill>
                <a:latin typeface="Hiberus type" panose="02000500030000020004" pitchFamily="2" charset="0"/>
                <a:ea typeface="Roboto Th" pitchFamily="2" charset="0"/>
                <a:cs typeface="Arial Black"/>
              </a:rPr>
              <a:t>www.hiberus.com</a:t>
            </a:r>
          </a:p>
        </p:txBody>
      </p:sp>
      <p:sp>
        <p:nvSpPr>
          <p:cNvPr id="9" name="Marcador de texto 20">
            <a:extLst>
              <a:ext uri="{FF2B5EF4-FFF2-40B4-BE49-F238E27FC236}">
                <a16:creationId xmlns:a16="http://schemas.microsoft.com/office/drawing/2014/main" id="{55165A80-AC08-447F-B78F-790CBB76A1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39" y="277405"/>
            <a:ext cx="5676862" cy="7078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s-ES" sz="4000" kern="1200" dirty="0" smtClean="0">
                <a:solidFill>
                  <a:schemeClr val="bg1"/>
                </a:solidFill>
                <a:latin typeface="Montserrat ExtraBold" panose="00000900000000000000" pitchFamily="50" charset="0"/>
                <a:ea typeface="Roboto Bk" panose="02000000000000000000" pitchFamily="2" charset="0"/>
                <a:cs typeface="Montserrat ExtraBold" panose="00000900000000000000" pitchFamily="50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Título 1</a:t>
            </a:r>
          </a:p>
        </p:txBody>
      </p:sp>
      <p:sp>
        <p:nvSpPr>
          <p:cNvPr id="10" name="Marcador de texto 20">
            <a:extLst>
              <a:ext uri="{FF2B5EF4-FFF2-40B4-BE49-F238E27FC236}">
                <a16:creationId xmlns:a16="http://schemas.microsoft.com/office/drawing/2014/main" id="{44EAF6E8-ECF5-4532-A0F0-67EB79EC97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9139" y="797172"/>
            <a:ext cx="5676861" cy="46166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s-ES" sz="2400" kern="1200" dirty="0" smtClean="0">
                <a:solidFill>
                  <a:srgbClr val="D9D9D9"/>
                </a:solidFill>
                <a:latin typeface="Montserrat SemiBold" panose="00000700000000000000" pitchFamily="2" charset="0"/>
                <a:ea typeface="Roboto Condensed Light" panose="02000000000000000000" pitchFamily="2" charset="0"/>
                <a:cs typeface="Montserrat SemiBold" panose="000007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Subtítulo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84507DF0-AD7D-4EB8-A631-8599C79524A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09508" y="392035"/>
            <a:ext cx="2079977" cy="36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76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9E0173B-8E3D-4112-A0C5-5E8FFBB6CB9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96335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B0B52339-E090-4B51-9442-35ECCED0A395}"/>
              </a:ext>
            </a:extLst>
          </p:cNvPr>
          <p:cNvSpPr/>
          <p:nvPr userDrawn="1"/>
        </p:nvSpPr>
        <p:spPr>
          <a:xfrm>
            <a:off x="0" y="6396334"/>
            <a:ext cx="12192000" cy="461666"/>
          </a:xfrm>
          <a:prstGeom prst="rect">
            <a:avLst/>
          </a:prstGeom>
          <a:solidFill>
            <a:srgbClr val="14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911CCAF-8A20-4994-B15F-21FBD4C75D8C}"/>
              </a:ext>
            </a:extLst>
          </p:cNvPr>
          <p:cNvSpPr txBox="1"/>
          <p:nvPr userDrawn="1"/>
        </p:nvSpPr>
        <p:spPr>
          <a:xfrm>
            <a:off x="402513" y="6442501"/>
            <a:ext cx="1138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33" lvl="0" algn="r">
              <a:spcBef>
                <a:spcPts val="5733"/>
              </a:spcBef>
            </a:pPr>
            <a:r>
              <a:rPr lang="es-ES" dirty="0">
                <a:solidFill>
                  <a:schemeClr val="bg1"/>
                </a:solidFill>
                <a:latin typeface="Hiberus type" panose="02000500030000020004" pitchFamily="2" charset="0"/>
                <a:ea typeface="Roboto Th" pitchFamily="2" charset="0"/>
                <a:cs typeface="Arial Black"/>
              </a:rPr>
              <a:t>www.hiberus.com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B2CF454-BDB1-49C5-9A09-6AA02DEBD142}"/>
              </a:ext>
            </a:extLst>
          </p:cNvPr>
          <p:cNvPicPr>
            <a:picLocks noChangeAspect="1"/>
          </p:cNvPicPr>
          <p:nvPr userDrawn="1"/>
        </p:nvPicPr>
        <p:blipFill>
          <a:blip cstate="print"/>
          <a:stretch>
            <a:fillRect/>
          </a:stretch>
        </p:blipFill>
        <p:spPr>
          <a:xfrm>
            <a:off x="7779628" y="461665"/>
            <a:ext cx="3892291" cy="91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ontenido">
    <p:bg>
      <p:bgPr>
        <a:gradFill flip="none" rotWithShape="1">
          <a:gsLst>
            <a:gs pos="60000">
              <a:srgbClr val="FFFFFF">
                <a:alpha val="90000"/>
              </a:srgbClr>
            </a:gs>
            <a:gs pos="0">
              <a:schemeClr val="bg1">
                <a:alpha val="0"/>
              </a:schemeClr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4" descr="Un paso adelante hacia la fábrica del futuro">
            <a:extLst>
              <a:ext uri="{FF2B5EF4-FFF2-40B4-BE49-F238E27FC236}">
                <a16:creationId xmlns:a16="http://schemas.microsoft.com/office/drawing/2014/main" id="{B3A5D7BA-8FAE-4A11-B906-A7FBAC6492F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-39669"/>
            <a:ext cx="12192746" cy="648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8B67E1EE-17A9-4A89-B257-FB08DC7412DD}"/>
              </a:ext>
            </a:extLst>
          </p:cNvPr>
          <p:cNvSpPr/>
          <p:nvPr userDrawn="1"/>
        </p:nvSpPr>
        <p:spPr>
          <a:xfrm>
            <a:off x="-746" y="-54650"/>
            <a:ext cx="12192000" cy="6465965"/>
          </a:xfrm>
          <a:prstGeom prst="rect">
            <a:avLst/>
          </a:prstGeom>
          <a:gradFill>
            <a:gsLst>
              <a:gs pos="57000">
                <a:srgbClr val="FFFFFF">
                  <a:alpha val="90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82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0B52339-E090-4B51-9442-35ECCED0A395}"/>
              </a:ext>
            </a:extLst>
          </p:cNvPr>
          <p:cNvSpPr/>
          <p:nvPr userDrawn="1"/>
        </p:nvSpPr>
        <p:spPr>
          <a:xfrm>
            <a:off x="0" y="6396334"/>
            <a:ext cx="12192000" cy="461666"/>
          </a:xfrm>
          <a:prstGeom prst="rect">
            <a:avLst/>
          </a:prstGeom>
          <a:solidFill>
            <a:srgbClr val="14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911CCAF-8A20-4994-B15F-21FBD4C75D8C}"/>
              </a:ext>
            </a:extLst>
          </p:cNvPr>
          <p:cNvSpPr txBox="1"/>
          <p:nvPr userDrawn="1"/>
        </p:nvSpPr>
        <p:spPr>
          <a:xfrm>
            <a:off x="402513" y="6442501"/>
            <a:ext cx="1138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33" lvl="0" algn="r">
              <a:spcBef>
                <a:spcPts val="5733"/>
              </a:spcBef>
            </a:pPr>
            <a:r>
              <a:rPr lang="es-ES" dirty="0">
                <a:solidFill>
                  <a:schemeClr val="bg1"/>
                </a:solidFill>
                <a:latin typeface="Hiberus type" panose="02000500030000020004" pitchFamily="2" charset="0"/>
                <a:ea typeface="Roboto Th" pitchFamily="2" charset="0"/>
                <a:cs typeface="Arial Black"/>
              </a:rPr>
              <a:t>www.hiberus.com</a:t>
            </a:r>
          </a:p>
        </p:txBody>
      </p:sp>
      <p:pic>
        <p:nvPicPr>
          <p:cNvPr id="16" name="Picture 2" descr="Resultado de imagen de network png">
            <a:extLst>
              <a:ext uri="{FF2B5EF4-FFF2-40B4-BE49-F238E27FC236}">
                <a16:creationId xmlns:a16="http://schemas.microsoft.com/office/drawing/2014/main" id="{41741B45-3028-448A-8D74-12B4F56406C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79976" y="0"/>
            <a:ext cx="8032047" cy="185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9122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Edificio con letrero en frente&#10;&#10;Descripción generada automáticamente">
            <a:extLst>
              <a:ext uri="{FF2B5EF4-FFF2-40B4-BE49-F238E27FC236}">
                <a16:creationId xmlns:a16="http://schemas.microsoft.com/office/drawing/2014/main" id="{2FA1152F-4DFC-3D6C-2E5D-9BB33F72B04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3763" y="307634"/>
            <a:ext cx="11564472" cy="623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45127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Diseñ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344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Diseñ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D66745F-D10F-6518-4A4D-2C252C4943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CD6AB9-4BDD-60E0-E41F-9AB66E6C8BAC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323883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ro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Edificio con letrero en frente&#10;&#10;Descripción generada automáticamente">
            <a:extLst>
              <a:ext uri="{FF2B5EF4-FFF2-40B4-BE49-F238E27FC236}">
                <a16:creationId xmlns:a16="http://schemas.microsoft.com/office/drawing/2014/main" id="{2FA1152F-4DFC-3D6C-2E5D-9BB33F72B04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3763" y="307634"/>
            <a:ext cx="11564472" cy="623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080372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ite 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D66745F-D10F-6518-4A4D-2C252C4943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CD6AB9-4BDD-60E0-E41F-9AB66E6C8BAC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noProof="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815964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y and white 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noProof="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354231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y 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noProof="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2553860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16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Diseño 2 -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9">
            <a:extLst>
              <a:ext uri="{FF2B5EF4-FFF2-40B4-BE49-F238E27FC236}">
                <a16:creationId xmlns:a16="http://schemas.microsoft.com/office/drawing/2014/main" id="{E82A3268-9017-DCF0-F8FE-9FD665F2A5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678CD3-30F5-FB1F-1ADB-9274235446C7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4287789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ase Bl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D66745F-D10F-6518-4A4D-2C252C4943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275" y="177711"/>
            <a:ext cx="10515600" cy="2462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000" b="0" i="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ES"/>
              <a:t>TÍTULO</a:t>
            </a:r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CD6AB9-4BDD-60E0-E41F-9AB66E6C8BAC}"/>
              </a:ext>
            </a:extLst>
          </p:cNvPr>
          <p:cNvSpPr txBox="1"/>
          <p:nvPr userDrawn="1"/>
        </p:nvSpPr>
        <p:spPr>
          <a:xfrm>
            <a:off x="216275" y="6464844"/>
            <a:ext cx="863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" dirty="0">
                <a:solidFill>
                  <a:srgbClr val="AAAAAA"/>
                </a:solidFill>
                <a:latin typeface="Hiberus type" panose="02000500030000020004" pitchFamily="2" charset="0"/>
                <a:ea typeface="Lato" panose="020F0502020204030203" pitchFamily="34" charset="0"/>
                <a:cs typeface="Lato" panose="020F0502020204030203" pitchFamily="34" charset="0"/>
              </a:rPr>
              <a:t>hiberus.com</a:t>
            </a:r>
          </a:p>
        </p:txBody>
      </p:sp>
    </p:spTree>
    <p:extLst>
      <p:ext uri="{BB962C8B-B14F-4D97-AF65-F5344CB8AC3E}">
        <p14:creationId xmlns:p14="http://schemas.microsoft.com/office/powerpoint/2010/main" val="1516545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B5D118-A412-89BF-EFE2-317378B4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33CEC5-D364-ADA8-6A21-AE449BE00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308C-FC60-5042-8635-1F936C45D685}" type="slidenum">
              <a:rPr lang="es-ES" smtClean="0"/>
              <a:t>‹Nº›</a:t>
            </a:fld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0B66309-C443-403E-5C54-30F95593909B}"/>
              </a:ext>
            </a:extLst>
          </p:cNvPr>
          <p:cNvSpPr/>
          <p:nvPr userDrawn="1"/>
        </p:nvSpPr>
        <p:spPr>
          <a:xfrm>
            <a:off x="-67378" y="0"/>
            <a:ext cx="12259378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3266428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693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Dos columnas + elem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6C812-78C4-5208-8245-45FB83A07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822325"/>
          </a:xfrm>
        </p:spPr>
        <p:txBody>
          <a:bodyPr anchor="b">
            <a:normAutofit/>
          </a:bodyPr>
          <a:lstStyle>
            <a:lvl1pPr>
              <a:lnSpc>
                <a:spcPts val="2940"/>
              </a:lnSpc>
              <a:defRPr sz="2000" baseline="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A3F060-4D0D-DC72-8EFC-1B55C9B5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ts val="3000"/>
              </a:lnSpc>
              <a:buNone/>
              <a:defRPr sz="2000" baseline="0"/>
            </a:lvl1pPr>
            <a:lvl2pPr marL="0" indent="-228600">
              <a:lnSpc>
                <a:spcPts val="3660"/>
              </a:lnSpc>
              <a:spcBef>
                <a:spcPts val="0"/>
              </a:spcBef>
              <a:defRPr sz="2000" baseline="0">
                <a:latin typeface="Montserrat Medium" pitchFamily="2" charset="77"/>
              </a:defRPr>
            </a:lvl2pPr>
            <a:lvl3pPr marL="360000">
              <a:lnSpc>
                <a:spcPts val="3660"/>
              </a:lnSpc>
              <a:defRPr sz="1800" baseline="0">
                <a:latin typeface="Montserrat Medium" pitchFamily="2" charset="77"/>
              </a:defRPr>
            </a:lvl3pPr>
            <a:lvl4pPr marL="720000">
              <a:lnSpc>
                <a:spcPts val="3660"/>
              </a:lnSpc>
              <a:defRPr sz="1600" baseline="0">
                <a:latin typeface="Montserrat Medium" pitchFamily="2" charset="77"/>
              </a:defRPr>
            </a:lvl4pPr>
            <a:lvl5pPr marL="1080000">
              <a:lnSpc>
                <a:spcPts val="3660"/>
              </a:lnSpc>
              <a:defRPr sz="1400" baseline="0">
                <a:latin typeface="Montserrat Medium" pitchFamily="2" charset="7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EEC05-89FC-02A6-B8B5-26A09F7BA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ts val="2520"/>
              </a:lnSpc>
              <a:buNone/>
              <a:defRPr sz="1600" baseline="0">
                <a:latin typeface="Montserrat Mediu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93A70E-5E5F-683D-F529-0789F221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2B852D-D154-7AAA-F7E5-A4BC87CC9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308C-FC60-5042-8635-1F936C45D6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066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3DC125F-8DCA-914E-82B9-97B622B5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7BA535-96F6-0C14-8288-AA3A3427F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FF5F60-6F6C-C11D-F0D6-AF5DAF859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ADBF44-BAC7-475A-B4D3-45528A40864B}" type="datetimeFigureOut">
              <a:rPr lang="es-AR" smtClean="0"/>
              <a:t>22/8/2026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BE9D5C-A802-BA1F-E473-241BAFC90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9059BA-0207-37DA-46DC-BEFA76A48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FF9EBD-4F77-4C4C-947E-67704D1CD18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1943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597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10.jpeg"/><Relationship Id="rId4" Type="http://schemas.openxmlformats.org/officeDocument/2006/relationships/image" Target="../media/image9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17.emf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8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0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6F9DCD7F-F1A6-19D7-6995-9FB3ADEC913B}"/>
              </a:ext>
            </a:extLst>
          </p:cNvPr>
          <p:cNvSpPr txBox="1"/>
          <p:nvPr/>
        </p:nvSpPr>
        <p:spPr>
          <a:xfrm>
            <a:off x="6992470" y="578739"/>
            <a:ext cx="4312023" cy="45671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4400" b="1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Discovery - MVP.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3600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El camino a la a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dopción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de RPA-IA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en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los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procesos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de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negocio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CB513BF4-64B8-C79A-50B1-443C2B0B67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31504" y="251012"/>
            <a:ext cx="1920439" cy="1022112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0AB86AA3-98A0-8E36-DCE4-105562915A9E}"/>
              </a:ext>
            </a:extLst>
          </p:cNvPr>
          <p:cNvSpPr txBox="1"/>
          <p:nvPr/>
        </p:nvSpPr>
        <p:spPr>
          <a:xfrm>
            <a:off x="437280" y="2402542"/>
            <a:ext cx="4312023" cy="15420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s-AR" sz="5400" b="1" kern="1200" noProof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rPr>
              <a:t>Abordaje metodológico</a:t>
            </a:r>
            <a:endParaRPr kumimoji="0" lang="es-AR" sz="5400" b="1" i="0" u="none" strike="noStrike" kern="1200" cap="none" spc="0" normalizeH="0" baseline="0" noProof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5956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50664B1D-CEA5-13CC-838D-F0F4EDC15A87}"/>
              </a:ext>
            </a:extLst>
          </p:cNvPr>
          <p:cNvSpPr/>
          <p:nvPr/>
        </p:nvSpPr>
        <p:spPr>
          <a:xfrm>
            <a:off x="882841" y="1222821"/>
            <a:ext cx="3453738" cy="4042197"/>
          </a:xfrm>
          <a:prstGeom prst="round2DiagRect">
            <a:avLst/>
          </a:prstGeom>
          <a:solidFill>
            <a:schemeClr val="bg1"/>
          </a:solidFill>
          <a:ln>
            <a:solidFill>
              <a:srgbClr val="14A4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F2E7C57-8B03-B028-85BD-6F2A50DC0C71}"/>
              </a:ext>
            </a:extLst>
          </p:cNvPr>
          <p:cNvSpPr txBox="1"/>
          <p:nvPr/>
        </p:nvSpPr>
        <p:spPr>
          <a:xfrm>
            <a:off x="238720" y="141976"/>
            <a:ext cx="11926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2800" b="1" dirty="0">
                <a:solidFill>
                  <a:srgbClr val="14A4D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Discovery + MVP</a:t>
            </a:r>
            <a:r>
              <a:rPr kumimoji="0" lang="es-AR" sz="2800" b="1" i="0" u="none" strike="noStrike" kern="1200" cap="none" spc="0" normalizeH="0" baseline="0" noProof="0" dirty="0">
                <a:ln>
                  <a:noFill/>
                </a:ln>
                <a:solidFill>
                  <a:srgbClr val="14A4DF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s-AR" sz="2400" dirty="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 camino a la a</a:t>
            </a:r>
            <a:r>
              <a:rPr kumimoji="0" lang="es-A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dopción</a:t>
            </a:r>
            <a:r>
              <a:rPr kumimoji="0" lang="es-AR" sz="2400" b="0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RPA-IA en los procesos de negocio.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26FE415-ED50-8EBE-B36E-085FF555A9CB}"/>
              </a:ext>
            </a:extLst>
          </p:cNvPr>
          <p:cNvSpPr txBox="1"/>
          <p:nvPr/>
        </p:nvSpPr>
        <p:spPr>
          <a:xfrm>
            <a:off x="963015" y="1653801"/>
            <a:ext cx="321821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28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Discovery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Workshop </a:t>
            </a:r>
            <a:r>
              <a:rPr lang="es-AR" sz="1200" b="1" dirty="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 2 días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srgbClr val="173962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srgbClr val="173962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 dirty="0">
              <a:ln>
                <a:noFill/>
              </a:ln>
              <a:solidFill>
                <a:srgbClr val="173962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1BF5B4F-0629-C123-26B7-4DA64FA75372}"/>
              </a:ext>
            </a:extLst>
          </p:cNvPr>
          <p:cNvSpPr txBox="1"/>
          <p:nvPr/>
        </p:nvSpPr>
        <p:spPr>
          <a:xfrm>
            <a:off x="1149264" y="4622692"/>
            <a:ext cx="2963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s-AR" sz="12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  Radar de </a:t>
            </a:r>
            <a:r>
              <a:rPr lang="es-AR" sz="1200" dirty="0">
                <a:solidFill>
                  <a:srgbClr val="37415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Oportunidades de uso de IA.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srgbClr val="173962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D313C53-1198-865F-A40C-E595A662DB52}"/>
              </a:ext>
            </a:extLst>
          </p:cNvPr>
          <p:cNvGrpSpPr/>
          <p:nvPr/>
        </p:nvGrpSpPr>
        <p:grpSpPr>
          <a:xfrm>
            <a:off x="448235" y="5668600"/>
            <a:ext cx="11528612" cy="918954"/>
            <a:chOff x="880859" y="5910171"/>
            <a:chExt cx="10859980" cy="918954"/>
          </a:xfrm>
        </p:grpSpPr>
        <p:sp>
          <p:nvSpPr>
            <p:cNvPr id="2" name="Flecha: a la derecha con bandas 1">
              <a:extLst>
                <a:ext uri="{FF2B5EF4-FFF2-40B4-BE49-F238E27FC236}">
                  <a16:creationId xmlns:a16="http://schemas.microsoft.com/office/drawing/2014/main" id="{D0CC65E7-F6CD-197F-5FED-01A5841CB530}"/>
                </a:ext>
              </a:extLst>
            </p:cNvPr>
            <p:cNvSpPr/>
            <p:nvPr/>
          </p:nvSpPr>
          <p:spPr>
            <a:xfrm>
              <a:off x="880859" y="5910171"/>
              <a:ext cx="10859980" cy="918954"/>
            </a:xfrm>
            <a:prstGeom prst="striped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7" name="Marcador de contenido 2">
              <a:extLst>
                <a:ext uri="{FF2B5EF4-FFF2-40B4-BE49-F238E27FC236}">
                  <a16:creationId xmlns:a16="http://schemas.microsoft.com/office/drawing/2014/main" id="{D520EDC7-2535-167C-BEF3-FA6CDBF5F6B8}"/>
                </a:ext>
              </a:extLst>
            </p:cNvPr>
            <p:cNvSpPr txBox="1">
              <a:spLocks/>
            </p:cNvSpPr>
            <p:nvPr/>
          </p:nvSpPr>
          <p:spPr>
            <a:xfrm>
              <a:off x="3226993" y="6188038"/>
              <a:ext cx="6410325" cy="57708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s-AR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Roboto Black" panose="020B0604020202020204" charset="0"/>
                  <a:cs typeface="HurmeGeometricSans3 Regular"/>
                </a:rPr>
                <a:t>Data </a:t>
              </a:r>
              <a:r>
                <a:rPr kumimoji="0" lang="es-AR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Roboto Black" panose="020B0604020202020204" charset="0"/>
                  <a:cs typeface="HurmeGeometricSans3 Regular"/>
                </a:rPr>
                <a:t>Driven</a:t>
              </a:r>
              <a:r>
                <a:rPr kumimoji="0" lang="es-AR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Roboto Black" panose="020B0604020202020204" charset="0"/>
                  <a:cs typeface="HurmeGeometricSans3 Regular"/>
                </a:rPr>
                <a:t> – </a:t>
              </a:r>
              <a:r>
                <a:rPr kumimoji="0" lang="es-AR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Roboto Black" panose="020B0604020202020204" charset="0"/>
                  <a:cs typeface="HurmeGeometricSans3 Regular"/>
                </a:rPr>
                <a:t>Design</a:t>
              </a:r>
              <a:r>
                <a:rPr kumimoji="0" lang="es-AR" sz="1800" b="1" i="0" u="none" strike="noStrike" kern="1200" cap="none" spc="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Roboto Black" panose="020B0604020202020204" charset="0"/>
                  <a:cs typeface="HurmeGeometricSans3 Regular"/>
                </a:rPr>
                <a:t> </a:t>
              </a:r>
              <a:r>
                <a:rPr kumimoji="0" lang="es-AR" sz="1800" b="1" i="0" u="none" strike="noStrike" kern="1200" cap="none" spc="0" normalizeH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Roboto Black" panose="020B0604020202020204" charset="0"/>
                  <a:cs typeface="HurmeGeometricSans3 Regular"/>
                </a:rPr>
                <a:t>Thinking</a:t>
              </a:r>
              <a:r>
                <a:rPr kumimoji="0" lang="es-AR" sz="1800" b="1" i="0" u="none" strike="noStrike" kern="1200" cap="none" spc="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Roboto Black" panose="020B0604020202020204" charset="0"/>
                  <a:cs typeface="HurmeGeometricSans3 Regular"/>
                </a:rPr>
                <a:t> - </a:t>
              </a:r>
              <a:r>
                <a:rPr kumimoji="0" lang="es-AR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ea typeface="Roboto Black" panose="020B0604020202020204" charset="0"/>
                  <a:cs typeface="HurmeGeometricSans3 Regular"/>
                </a:rPr>
                <a:t>ACT</a:t>
              </a:r>
              <a:endParaRPr kumimoji="0" lang="es-AR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Roboto Black" panose="020B0604020202020204" charset="0"/>
                <a:cs typeface="HurmeGeometricSans3 Regular"/>
              </a:endParaRPr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350F88D-8027-8628-B3C1-1CD5F3F9B66B}"/>
              </a:ext>
            </a:extLst>
          </p:cNvPr>
          <p:cNvSpPr txBox="1"/>
          <p:nvPr/>
        </p:nvSpPr>
        <p:spPr>
          <a:xfrm>
            <a:off x="1168210" y="2660916"/>
            <a:ext cx="3187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AR" sz="12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Identificar </a:t>
            </a:r>
            <a:r>
              <a:rPr kumimoji="0" lang="es-A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Proc</a:t>
            </a:r>
            <a:r>
              <a:rPr kumimoji="0" lang="es-AR" sz="12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de Negocio objetivo.</a:t>
            </a:r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6B3CD92D-E651-611D-EAE8-165923A1E97E}"/>
              </a:ext>
            </a:extLst>
          </p:cNvPr>
          <p:cNvGrpSpPr/>
          <p:nvPr/>
        </p:nvGrpSpPr>
        <p:grpSpPr>
          <a:xfrm>
            <a:off x="4700525" y="543390"/>
            <a:ext cx="3453738" cy="4721624"/>
            <a:chOff x="4583980" y="543390"/>
            <a:chExt cx="3453738" cy="4721624"/>
          </a:xfrm>
        </p:grpSpPr>
        <p:sp>
          <p:nvSpPr>
            <p:cNvPr id="7" name="Rectángulo: esquinas diagonales redondeadas 6">
              <a:extLst>
                <a:ext uri="{FF2B5EF4-FFF2-40B4-BE49-F238E27FC236}">
                  <a16:creationId xmlns:a16="http://schemas.microsoft.com/office/drawing/2014/main" id="{75F0416E-9759-8B20-178C-86E81AB1D80C}"/>
                </a:ext>
              </a:extLst>
            </p:cNvPr>
            <p:cNvSpPr/>
            <p:nvPr/>
          </p:nvSpPr>
          <p:spPr>
            <a:xfrm>
              <a:off x="4583980" y="1222821"/>
              <a:ext cx="3453738" cy="4042193"/>
            </a:xfrm>
            <a:prstGeom prst="round2DiagRect">
              <a:avLst/>
            </a:prstGeom>
            <a:solidFill>
              <a:schemeClr val="bg1"/>
            </a:solidFill>
            <a:ln>
              <a:solidFill>
                <a:srgbClr val="14A4D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A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E8E2A055-CF47-EDFA-12CB-8FCF307BA490}"/>
                </a:ext>
              </a:extLst>
            </p:cNvPr>
            <p:cNvSpPr txBox="1"/>
            <p:nvPr/>
          </p:nvSpPr>
          <p:spPr>
            <a:xfrm>
              <a:off x="4749914" y="1630539"/>
              <a:ext cx="3218212" cy="1015663"/>
            </a:xfrm>
            <a:prstGeom prst="rect">
              <a:avLst/>
            </a:prstGeom>
            <a:noFill/>
            <a:ln>
              <a:solidFill>
                <a:srgbClr val="14A4DF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AR" sz="2800" b="1" dirty="0">
                  <a:solidFill>
                    <a:srgbClr val="17396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Conceptualización</a:t>
              </a:r>
            </a:p>
            <a:p>
              <a:pPr lvl="0" algn="ctr">
                <a:defRPr/>
              </a:pPr>
              <a:r>
                <a:rPr lang="es-AR" sz="1400" b="1" dirty="0">
                  <a:solidFill>
                    <a:srgbClr val="17396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Propuesta de MVP </a:t>
              </a:r>
            </a:p>
            <a:p>
              <a:pPr lvl="0" algn="ctr">
                <a:defRPr/>
              </a:pPr>
              <a:r>
                <a:rPr lang="es-AR" sz="1400" b="1" dirty="0">
                  <a:solidFill>
                    <a:srgbClr val="17396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IAG / Agentica</a:t>
              </a:r>
              <a:r>
                <a:rPr lang="es-AR" b="1" dirty="0">
                  <a:solidFill>
                    <a:srgbClr val="17396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. </a:t>
              </a:r>
              <a:endParaRPr kumimoji="0" lang="es-AR" sz="1800" b="0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pic>
          <p:nvPicPr>
            <p:cNvPr id="9" name="Gráfico 8" descr="Insignia con relleno sólido">
              <a:extLst>
                <a:ext uri="{FF2B5EF4-FFF2-40B4-BE49-F238E27FC236}">
                  <a16:creationId xmlns:a16="http://schemas.microsoft.com/office/drawing/2014/main" id="{E88048F8-EFDD-12FD-BD63-58F7ED496D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01820" y="543390"/>
              <a:ext cx="914400" cy="914400"/>
            </a:xfrm>
            <a:prstGeom prst="rect">
              <a:avLst/>
            </a:prstGeom>
          </p:spPr>
        </p:pic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FA818DE0-261B-E383-4136-80940CE7C83B}"/>
              </a:ext>
            </a:extLst>
          </p:cNvPr>
          <p:cNvGrpSpPr/>
          <p:nvPr/>
        </p:nvGrpSpPr>
        <p:grpSpPr>
          <a:xfrm>
            <a:off x="8401664" y="540231"/>
            <a:ext cx="3457702" cy="4724783"/>
            <a:chOff x="8285119" y="540231"/>
            <a:chExt cx="3457702" cy="4724783"/>
          </a:xfrm>
        </p:grpSpPr>
        <p:sp>
          <p:nvSpPr>
            <p:cNvPr id="8" name="Rectángulo: esquinas diagonales redondeadas 7">
              <a:extLst>
                <a:ext uri="{FF2B5EF4-FFF2-40B4-BE49-F238E27FC236}">
                  <a16:creationId xmlns:a16="http://schemas.microsoft.com/office/drawing/2014/main" id="{FB5A11AF-17FA-55B8-FCCD-0EC31F45B68D}"/>
                </a:ext>
              </a:extLst>
            </p:cNvPr>
            <p:cNvSpPr/>
            <p:nvPr/>
          </p:nvSpPr>
          <p:spPr>
            <a:xfrm>
              <a:off x="8382971" y="1222822"/>
              <a:ext cx="3218213" cy="4042192"/>
            </a:xfrm>
            <a:prstGeom prst="round2DiagRect">
              <a:avLst/>
            </a:prstGeom>
            <a:solidFill>
              <a:schemeClr val="bg1"/>
            </a:solidFill>
            <a:ln>
              <a:solidFill>
                <a:srgbClr val="14A4D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A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3608A7D4-C74C-C442-E4DD-692C1DF16C36}"/>
                </a:ext>
              </a:extLst>
            </p:cNvPr>
            <p:cNvSpPr txBox="1"/>
            <p:nvPr/>
          </p:nvSpPr>
          <p:spPr>
            <a:xfrm>
              <a:off x="8285119" y="1734257"/>
              <a:ext cx="3457702" cy="769441"/>
            </a:xfrm>
            <a:prstGeom prst="rect">
              <a:avLst/>
            </a:prstGeom>
            <a:noFill/>
            <a:ln>
              <a:solidFill>
                <a:srgbClr val="14A4DF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AR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173962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Desarrollo</a:t>
              </a:r>
              <a:r>
                <a:rPr kumimoji="0" lang="es-AR" sz="2200" b="1" i="0" u="none" strike="noStrike" kern="1200" cap="none" spc="0" normalizeH="0" noProof="0" dirty="0">
                  <a:ln>
                    <a:noFill/>
                  </a:ln>
                  <a:solidFill>
                    <a:srgbClr val="173962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y</a:t>
              </a:r>
              <a:r>
                <a:rPr kumimoji="0" lang="es-AR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173962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Despliegue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AR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173962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del MVP</a:t>
              </a:r>
              <a:endParaRPr kumimoji="0" lang="es-AR" sz="2200" b="0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pic>
          <p:nvPicPr>
            <p:cNvPr id="10" name="Gráfico 9" descr="Insignia 3 con relleno sólido">
              <a:extLst>
                <a:ext uri="{FF2B5EF4-FFF2-40B4-BE49-F238E27FC236}">
                  <a16:creationId xmlns:a16="http://schemas.microsoft.com/office/drawing/2014/main" id="{1928EDB1-53A6-E6A0-113B-A822BB6EE9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56770" y="540231"/>
              <a:ext cx="914400" cy="914400"/>
            </a:xfrm>
            <a:prstGeom prst="rect">
              <a:avLst/>
            </a:prstGeom>
          </p:spPr>
        </p:pic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78C0480-8090-F061-2104-5C5F804D1ED3}"/>
              </a:ext>
            </a:extLst>
          </p:cNvPr>
          <p:cNvSpPr txBox="1"/>
          <p:nvPr/>
        </p:nvSpPr>
        <p:spPr>
          <a:xfrm>
            <a:off x="1168210" y="3056152"/>
            <a:ext cx="69340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marL="228600" marR="0" lvl="0" indent="-2286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indent="0">
              <a:buNone/>
            </a:pPr>
            <a:r>
              <a:rPr lang="es-AR" dirty="0"/>
              <a:t>2.   Identificar Puntos de Dolor.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8345C43-7308-E763-C1B3-981514F05C7C}"/>
              </a:ext>
            </a:extLst>
          </p:cNvPr>
          <p:cNvSpPr txBox="1"/>
          <p:nvPr/>
        </p:nvSpPr>
        <p:spPr>
          <a:xfrm>
            <a:off x="1172124" y="3437896"/>
            <a:ext cx="2979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marR="0" lvl="0"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182563" indent="-182563"/>
            <a:r>
              <a:rPr lang="es-AR" dirty="0"/>
              <a:t>3.  Identificar “Casos de Uso” con oportunidad de optimización RPA + IA.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F8F9884-22E2-C9F0-21B1-7DC7374E9D45}"/>
              </a:ext>
            </a:extLst>
          </p:cNvPr>
          <p:cNvSpPr txBox="1"/>
          <p:nvPr/>
        </p:nvSpPr>
        <p:spPr>
          <a:xfrm>
            <a:off x="1172311" y="4032881"/>
            <a:ext cx="28701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marL="182563" marR="0" lvl="0" indent="-182563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 dirty="0"/>
              <a:t>4.  Identificar </a:t>
            </a:r>
            <a:r>
              <a:rPr lang="es-AR" dirty="0" err="1"/>
              <a:t>KPIs</a:t>
            </a:r>
            <a:r>
              <a:rPr lang="es-AR" dirty="0"/>
              <a:t> de éxito, tanto de Operación como de Estrategia.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443F43B-455F-08C0-64AD-B95BEC843654}"/>
              </a:ext>
            </a:extLst>
          </p:cNvPr>
          <p:cNvSpPr txBox="1"/>
          <p:nvPr/>
        </p:nvSpPr>
        <p:spPr>
          <a:xfrm>
            <a:off x="4733952" y="2880332"/>
            <a:ext cx="3350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marL="228600" marR="0" lvl="0" indent="-2286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 dirty="0"/>
              <a:t>Presentación de los hallazgos y Casos de Uso priorizados.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114D982-34E4-E5A2-6FF1-AB613EB7F8E6}"/>
              </a:ext>
            </a:extLst>
          </p:cNvPr>
          <p:cNvSpPr txBox="1"/>
          <p:nvPr/>
        </p:nvSpPr>
        <p:spPr>
          <a:xfrm>
            <a:off x="4733952" y="3449265"/>
            <a:ext cx="33507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marL="228600" marR="0" lvl="0" indent="-2286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174625" indent="-174625">
              <a:buNone/>
            </a:pPr>
            <a:r>
              <a:rPr lang="es-AR" dirty="0"/>
              <a:t>2. Historias de Usuario de Casos de Uso priorizados.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594FBFA-4504-8501-FA98-05365DF65AE0}"/>
              </a:ext>
            </a:extLst>
          </p:cNvPr>
          <p:cNvSpPr txBox="1"/>
          <p:nvPr/>
        </p:nvSpPr>
        <p:spPr>
          <a:xfrm>
            <a:off x="4733952" y="4024600"/>
            <a:ext cx="32182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marL="174625" marR="0" lvl="0" indent="-174625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 dirty="0"/>
              <a:t>3. Arquitectura de Solución – “Prototipado”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CF87B8B-BB3C-1FB1-5597-F0395876A082}"/>
              </a:ext>
            </a:extLst>
          </p:cNvPr>
          <p:cNvSpPr txBox="1"/>
          <p:nvPr/>
        </p:nvSpPr>
        <p:spPr>
          <a:xfrm>
            <a:off x="4733952" y="4474348"/>
            <a:ext cx="3168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marL="174625" marR="0" lvl="0" indent="-174625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 dirty="0"/>
              <a:t>4. Validación con Key </a:t>
            </a:r>
            <a:r>
              <a:rPr lang="es-AR" dirty="0" err="1"/>
              <a:t>Users</a:t>
            </a:r>
            <a:r>
              <a:rPr lang="es-AR" dirty="0"/>
              <a:t> del negocio y Sponsor.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03A6CFC-D512-A453-7509-4EC4BCD3B2BF}"/>
              </a:ext>
            </a:extLst>
          </p:cNvPr>
          <p:cNvSpPr txBox="1"/>
          <p:nvPr/>
        </p:nvSpPr>
        <p:spPr>
          <a:xfrm>
            <a:off x="8646755" y="2868655"/>
            <a:ext cx="30709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marL="228600" marR="0" lvl="0" indent="-2286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 dirty="0"/>
              <a:t>Desarrollo de la solución basada en RPA + IA.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7A819A1-ACB8-6F6F-A14C-BA0E923F3FAB}"/>
              </a:ext>
            </a:extLst>
          </p:cNvPr>
          <p:cNvSpPr txBox="1"/>
          <p:nvPr/>
        </p:nvSpPr>
        <p:spPr>
          <a:xfrm>
            <a:off x="8646755" y="3405624"/>
            <a:ext cx="29215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marL="228600" marR="0" lvl="0" indent="-2286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174625" indent="-174625">
              <a:buNone/>
            </a:pPr>
            <a:r>
              <a:rPr lang="es-AR" dirty="0"/>
              <a:t>2.  Despliegue: Capacitación, Test y pasaje a PROD.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D7DF4E0-6370-A127-D52F-C7328ABBDB18}"/>
              </a:ext>
            </a:extLst>
          </p:cNvPr>
          <p:cNvSpPr txBox="1"/>
          <p:nvPr/>
        </p:nvSpPr>
        <p:spPr>
          <a:xfrm>
            <a:off x="8616719" y="4007424"/>
            <a:ext cx="29515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marL="174625" marR="0" lvl="0" indent="-174625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s-AR" dirty="0"/>
              <a:t>3. Medición de los KPI y valoración de éxito</a:t>
            </a:r>
          </a:p>
        </p:txBody>
      </p:sp>
      <p:pic>
        <p:nvPicPr>
          <p:cNvPr id="6" name="Gráfico 5" descr="Insignia 1 con relleno sólido">
            <a:extLst>
              <a:ext uri="{FF2B5EF4-FFF2-40B4-BE49-F238E27FC236}">
                <a16:creationId xmlns:a16="http://schemas.microsoft.com/office/drawing/2014/main" id="{54E89D58-A146-587D-929D-AC8C8505FB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85173" y="579547"/>
            <a:ext cx="914400" cy="914400"/>
          </a:xfrm>
          <a:prstGeom prst="rect">
            <a:avLst/>
          </a:prstGeom>
        </p:spPr>
      </p:pic>
      <p:sp>
        <p:nvSpPr>
          <p:cNvPr id="14" name="Flecha: pentágono 13">
            <a:extLst>
              <a:ext uri="{FF2B5EF4-FFF2-40B4-BE49-F238E27FC236}">
                <a16:creationId xmlns:a16="http://schemas.microsoft.com/office/drawing/2014/main" id="{52F5721C-4B06-8B1E-53C3-D612F8AD2858}"/>
              </a:ext>
            </a:extLst>
          </p:cNvPr>
          <p:cNvSpPr/>
          <p:nvPr/>
        </p:nvSpPr>
        <p:spPr>
          <a:xfrm>
            <a:off x="238819" y="2577263"/>
            <a:ext cx="793242" cy="1506114"/>
          </a:xfrm>
          <a:prstGeom prst="homePlate">
            <a:avLst>
              <a:gd name="adj" fmla="val 100000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258400E-2A41-2101-0EF0-B997966026BF}"/>
              </a:ext>
            </a:extLst>
          </p:cNvPr>
          <p:cNvSpPr txBox="1"/>
          <p:nvPr/>
        </p:nvSpPr>
        <p:spPr>
          <a:xfrm>
            <a:off x="211757" y="3161043"/>
            <a:ext cx="6710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s-AR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OKR</a:t>
            </a:r>
          </a:p>
        </p:txBody>
      </p:sp>
      <p:sp>
        <p:nvSpPr>
          <p:cNvPr id="16" name="Flecha: pentágono 15">
            <a:extLst>
              <a:ext uri="{FF2B5EF4-FFF2-40B4-BE49-F238E27FC236}">
                <a16:creationId xmlns:a16="http://schemas.microsoft.com/office/drawing/2014/main" id="{A7D13C21-D9C2-8F2F-0CAC-FDE9A9406510}"/>
              </a:ext>
            </a:extLst>
          </p:cNvPr>
          <p:cNvSpPr/>
          <p:nvPr/>
        </p:nvSpPr>
        <p:spPr>
          <a:xfrm>
            <a:off x="4182724" y="2602946"/>
            <a:ext cx="683735" cy="1506115"/>
          </a:xfrm>
          <a:prstGeom prst="homePlate">
            <a:avLst>
              <a:gd name="adj" fmla="val 100000"/>
            </a:avLst>
          </a:prstGeom>
          <a:solidFill>
            <a:srgbClr val="14A4D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Flecha: pentágono 17">
            <a:extLst>
              <a:ext uri="{FF2B5EF4-FFF2-40B4-BE49-F238E27FC236}">
                <a16:creationId xmlns:a16="http://schemas.microsoft.com/office/drawing/2014/main" id="{F0B3C666-5E8E-FADB-100D-674404D4EB81}"/>
              </a:ext>
            </a:extLst>
          </p:cNvPr>
          <p:cNvSpPr/>
          <p:nvPr/>
        </p:nvSpPr>
        <p:spPr>
          <a:xfrm>
            <a:off x="7985592" y="2589481"/>
            <a:ext cx="702870" cy="1506115"/>
          </a:xfrm>
          <a:prstGeom prst="homePlate">
            <a:avLst>
              <a:gd name="adj" fmla="val 100000"/>
            </a:avLst>
          </a:prstGeom>
          <a:solidFill>
            <a:srgbClr val="14A4D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8975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  <p:bldP spid="11" grpId="0"/>
      <p:bldP spid="12" grpId="0"/>
      <p:bldP spid="19" grpId="0"/>
      <p:bldP spid="21" grpId="0"/>
      <p:bldP spid="23" grpId="0"/>
      <p:bldP spid="25" grpId="0"/>
      <p:bldP spid="27" grpId="0"/>
      <p:bldP spid="29" grpId="0"/>
      <p:bldP spid="31" grpId="0"/>
      <p:bldP spid="33" grpId="0"/>
      <p:bldP spid="36" grpId="0"/>
      <p:bldP spid="38" grpId="0"/>
      <p:bldP spid="40" grpId="0"/>
      <p:bldP spid="14" grpId="0" animBg="1"/>
      <p:bldP spid="43" grpId="0"/>
      <p:bldP spid="16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08908-A266-B4CC-4016-581E48C9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8B6D3953-ABD0-D1E9-0B2C-D5D5CE439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984"/>
            <a:ext cx="12192000" cy="6657982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40F8914C-54D0-D2AD-2C08-C67630836F59}"/>
              </a:ext>
            </a:extLst>
          </p:cNvPr>
          <p:cNvSpPr txBox="1"/>
          <p:nvPr/>
        </p:nvSpPr>
        <p:spPr>
          <a:xfrm>
            <a:off x="0" y="2137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b="1" dirty="0" err="1">
                <a:solidFill>
                  <a:srgbClr val="00C5D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Design</a:t>
            </a:r>
            <a:r>
              <a:rPr lang="es-AR" b="1" dirty="0">
                <a:solidFill>
                  <a:srgbClr val="00C5D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AR" b="1" dirty="0" err="1">
                <a:solidFill>
                  <a:srgbClr val="00C5D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Thinking</a:t>
            </a:r>
            <a:r>
              <a:rPr lang="es-AR" sz="2000" b="1" dirty="0">
                <a:solidFill>
                  <a:srgbClr val="00C5D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r>
              <a:rPr kumimoji="0" lang="es-AR" sz="2000" b="1" i="0" u="none" strike="noStrike" kern="1200" cap="none" spc="0" normalizeH="0" baseline="0" noProof="0" dirty="0">
                <a:ln>
                  <a:noFill/>
                </a:ln>
                <a:solidFill>
                  <a:srgbClr val="00C5DA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AR" sz="1600" dirty="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 modelo metodológico por excelencia en abordaje de Optimización de procesos de negocio basados en IA y RPA</a:t>
            </a:r>
            <a:r>
              <a:rPr kumimoji="0" lang="es-AR" sz="1600" b="0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kumimoji="0" lang="es-AR" b="0" i="0" u="none" strike="noStrike" kern="1200" cap="none" spc="0" normalizeH="0" baseline="0" noProof="0" dirty="0">
              <a:ln>
                <a:noFill/>
              </a:ln>
              <a:solidFill>
                <a:srgbClr val="173962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C52D007-69DE-E116-668E-1A4A10B611A1}"/>
              </a:ext>
            </a:extLst>
          </p:cNvPr>
          <p:cNvSpPr/>
          <p:nvPr/>
        </p:nvSpPr>
        <p:spPr>
          <a:xfrm>
            <a:off x="209550" y="742950"/>
            <a:ext cx="2209800" cy="495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53EEE4C-F1A8-741F-4741-67076D94BB32}"/>
              </a:ext>
            </a:extLst>
          </p:cNvPr>
          <p:cNvSpPr txBox="1"/>
          <p:nvPr/>
        </p:nvSpPr>
        <p:spPr>
          <a:xfrm>
            <a:off x="3532094" y="1553685"/>
            <a:ext cx="132677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Discovery</a:t>
            </a:r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CB7EC96-9E0E-6E27-773D-109E5E2A1E5E}"/>
              </a:ext>
            </a:extLst>
          </p:cNvPr>
          <p:cNvSpPr txBox="1"/>
          <p:nvPr/>
        </p:nvSpPr>
        <p:spPr>
          <a:xfrm>
            <a:off x="5221941" y="3714520"/>
            <a:ext cx="241598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800" b="1" dirty="0">
                <a:solidFill>
                  <a:srgbClr val="1739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Conceptualización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C29997E-1D0B-9A77-D97A-C9B66DD8A3A0}"/>
              </a:ext>
            </a:extLst>
          </p:cNvPr>
          <p:cNvSpPr txBox="1"/>
          <p:nvPr/>
        </p:nvSpPr>
        <p:spPr>
          <a:xfrm>
            <a:off x="7637929" y="1553685"/>
            <a:ext cx="88750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s-AR" sz="18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MVP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91168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09C26-CAD8-05EC-F95F-72EE330FA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91774B0-6BA5-E5F7-5AFA-C4E4B5980A8C}"/>
              </a:ext>
            </a:extLst>
          </p:cNvPr>
          <p:cNvSpPr txBox="1"/>
          <p:nvPr/>
        </p:nvSpPr>
        <p:spPr>
          <a:xfrm>
            <a:off x="462381" y="1104986"/>
            <a:ext cx="1135814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Metodología ACT - </a:t>
            </a:r>
            <a:r>
              <a:rPr kumimoji="0" lang="es-E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Design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 </a:t>
            </a:r>
            <a:r>
              <a:rPr kumimoji="0" lang="es-E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Thinking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, 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que tiene como </a:t>
            </a: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objetivo redefinir los modelos operativos 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con una metodología á</a:t>
            </a:r>
            <a:r>
              <a:rPr lang="es-ES" sz="1200" dirty="0">
                <a:solidFill>
                  <a:srgbClr val="000000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gile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 para asegurar el </a:t>
            </a: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Retorno de la Inversión.</a:t>
            </a:r>
            <a:endParaRPr kumimoji="0" lang="es-E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  <a:sym typeface="Arial"/>
            </a:endParaRPr>
          </a:p>
        </p:txBody>
      </p:sp>
      <p:sp>
        <p:nvSpPr>
          <p:cNvPr id="7" name="Rombo 6">
            <a:extLst>
              <a:ext uri="{FF2B5EF4-FFF2-40B4-BE49-F238E27FC236}">
                <a16:creationId xmlns:a16="http://schemas.microsoft.com/office/drawing/2014/main" id="{1D578927-0EBC-92A3-8E88-63509035A157}"/>
              </a:ext>
            </a:extLst>
          </p:cNvPr>
          <p:cNvSpPr/>
          <p:nvPr/>
        </p:nvSpPr>
        <p:spPr>
          <a:xfrm>
            <a:off x="716615" y="1798845"/>
            <a:ext cx="4053644" cy="2408305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Rombo 15">
            <a:extLst>
              <a:ext uri="{FF2B5EF4-FFF2-40B4-BE49-F238E27FC236}">
                <a16:creationId xmlns:a16="http://schemas.microsoft.com/office/drawing/2014/main" id="{BF146B8B-3BA5-BF11-2A42-5F09D45945B0}"/>
              </a:ext>
            </a:extLst>
          </p:cNvPr>
          <p:cNvSpPr/>
          <p:nvPr/>
        </p:nvSpPr>
        <p:spPr>
          <a:xfrm>
            <a:off x="4354430" y="1783252"/>
            <a:ext cx="3824651" cy="2408305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Rombo 16">
            <a:extLst>
              <a:ext uri="{FF2B5EF4-FFF2-40B4-BE49-F238E27FC236}">
                <a16:creationId xmlns:a16="http://schemas.microsoft.com/office/drawing/2014/main" id="{F67904C4-6D25-8620-A22E-61ED88B33152}"/>
              </a:ext>
            </a:extLst>
          </p:cNvPr>
          <p:cNvSpPr/>
          <p:nvPr/>
        </p:nvSpPr>
        <p:spPr>
          <a:xfrm>
            <a:off x="7743027" y="1773727"/>
            <a:ext cx="3742182" cy="2408305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A8B1FC5-8F3B-FF7E-0BF8-674B0637829A}"/>
              </a:ext>
            </a:extLst>
          </p:cNvPr>
          <p:cNvSpPr txBox="1"/>
          <p:nvPr/>
        </p:nvSpPr>
        <p:spPr>
          <a:xfrm>
            <a:off x="2103363" y="2567953"/>
            <a:ext cx="1292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CDE2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A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nalizar</a:t>
            </a: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759D083-317A-D37A-FCF5-4A6D8B6A7E5C}"/>
              </a:ext>
            </a:extLst>
          </p:cNvPr>
          <p:cNvSpPr txBox="1"/>
          <p:nvPr/>
        </p:nvSpPr>
        <p:spPr>
          <a:xfrm>
            <a:off x="5657085" y="2541332"/>
            <a:ext cx="14953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CDE2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C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onsultar</a:t>
            </a: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AA1BE9F-EE56-A75B-F802-04CBFA442510}"/>
              </a:ext>
            </a:extLst>
          </p:cNvPr>
          <p:cNvSpPr txBox="1"/>
          <p:nvPr/>
        </p:nvSpPr>
        <p:spPr>
          <a:xfrm>
            <a:off x="8930908" y="2492569"/>
            <a:ext cx="1802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CDE2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T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ransformar</a:t>
            </a: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55A6477-2D50-DE57-DE77-CD18C3562EC0}"/>
              </a:ext>
            </a:extLst>
          </p:cNvPr>
          <p:cNvCxnSpPr>
            <a:cxnSpLocks/>
          </p:cNvCxnSpPr>
          <p:nvPr/>
        </p:nvCxnSpPr>
        <p:spPr>
          <a:xfrm flipV="1">
            <a:off x="462381" y="2958829"/>
            <a:ext cx="11358144" cy="66404"/>
          </a:xfrm>
          <a:prstGeom prst="straightConnector1">
            <a:avLst/>
          </a:prstGeom>
          <a:ln w="50800">
            <a:solidFill>
              <a:schemeClr val="accent1">
                <a:alpha val="41000"/>
              </a:schemeClr>
            </a:solidFill>
            <a:headEnd w="lg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9AE6F3D-45D2-FC0F-841F-0FBF21CD44B3}"/>
              </a:ext>
            </a:extLst>
          </p:cNvPr>
          <p:cNvSpPr txBox="1"/>
          <p:nvPr/>
        </p:nvSpPr>
        <p:spPr>
          <a:xfrm>
            <a:off x="375763" y="4300847"/>
            <a:ext cx="3693461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Analizar</a:t>
            </a: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s-E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los procesos de negocio definido.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anose="000006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Pre-Workshop. 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Identificar Objetivos y Necesidades (OKR).</a:t>
            </a: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28600" lvl="0" indent="-228600">
              <a:spcBef>
                <a:spcPts val="1200"/>
              </a:spcBef>
              <a:buFont typeface="+mj-lt"/>
              <a:buAutoNum type="arabicPeriod"/>
            </a:pPr>
            <a:r>
              <a:rPr lang="es-ES" sz="1100" dirty="0">
                <a:solidFill>
                  <a:srgbClr val="000000"/>
                </a:solidFill>
                <a:latin typeface="Montserrat Medium" panose="000006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Workshop (D1). Divulgación. Nivelación de conocimientos.</a:t>
            </a:r>
          </a:p>
          <a:p>
            <a:pPr marL="228600" lvl="0" indent="-228600">
              <a:spcBef>
                <a:spcPts val="1200"/>
              </a:spcBef>
              <a:buFont typeface="+mj-lt"/>
              <a:buAutoNum type="arabicPeriod"/>
            </a:pPr>
            <a:r>
              <a:rPr lang="es-ES" sz="1100" dirty="0">
                <a:solidFill>
                  <a:srgbClr val="000000"/>
                </a:solidFill>
                <a:latin typeface="Montserrat Medium" panose="000006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Workshop (D1). </a:t>
            </a:r>
            <a:r>
              <a:rPr lang="es-ES" sz="1050" dirty="0">
                <a:solidFill>
                  <a:srgbClr val="000000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Identificar de 3 a 5 flujos de trabajo con potencial de optimización alineados a los </a:t>
            </a:r>
            <a:r>
              <a:rPr lang="es-ES" sz="1050" dirty="0" err="1">
                <a:solidFill>
                  <a:srgbClr val="000000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OKR’s</a:t>
            </a:r>
            <a:r>
              <a:rPr lang="es-ES" sz="1100" dirty="0">
                <a:solidFill>
                  <a:srgbClr val="000000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228600" lvl="0" indent="-228600">
              <a:spcBef>
                <a:spcPts val="1200"/>
              </a:spcBef>
              <a:buFont typeface="+mj-lt"/>
              <a:buAutoNum type="arabicPeriod"/>
            </a:pPr>
            <a:r>
              <a:rPr lang="es-ES" sz="1100" dirty="0">
                <a:solidFill>
                  <a:srgbClr val="000000"/>
                </a:solidFill>
                <a:latin typeface="Montserrat Medium" panose="000006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Workshop (D1). 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Definir los flujos priorizados y detallarlos junto a los Key </a:t>
            </a:r>
            <a:r>
              <a:rPr kumimoji="0" lang="es-E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Users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A1B200F-690E-2458-AF43-C8A623817E46}"/>
              </a:ext>
            </a:extLst>
          </p:cNvPr>
          <p:cNvSpPr txBox="1"/>
          <p:nvPr/>
        </p:nvSpPr>
        <p:spPr>
          <a:xfrm>
            <a:off x="4469376" y="4332772"/>
            <a:ext cx="3533214" cy="2115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Consultar </a:t>
            </a:r>
            <a:r>
              <a:rPr kumimoji="0" lang="es-E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e Identificar procesos susceptibles de ser mejorados con tecnología. </a:t>
            </a:r>
          </a:p>
          <a:p>
            <a:pPr marL="179388" marR="0" lvl="0" indent="-179388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anose="000006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5.  Workshop (D1). 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Identificar </a:t>
            </a:r>
            <a:r>
              <a:rPr kumimoji="0" lang="es-E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puntos de dolor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 y priorizar x impacto al negocio.</a:t>
            </a:r>
          </a:p>
          <a:p>
            <a:pPr marL="179388" lvl="0" indent="-179388">
              <a:spcBef>
                <a:spcPts val="1200"/>
              </a:spcBef>
            </a:pPr>
            <a:r>
              <a:rPr lang="es-ES" sz="1100" dirty="0">
                <a:solidFill>
                  <a:srgbClr val="000000"/>
                </a:solidFill>
                <a:latin typeface="Montserrat Medium" panose="000006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6.  Workshop (D2). </a:t>
            </a:r>
            <a:r>
              <a:rPr lang="es-ES" sz="1000" dirty="0">
                <a:solidFill>
                  <a:srgbClr val="000000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Espacios de Oportunidad. Identificar 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y detallar las historias de usuario claves a 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optimizar.</a:t>
            </a:r>
            <a:endParaRPr kumimoji="0" lang="es-E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6213" lvl="0" indent="-176213">
              <a:spcBef>
                <a:spcPts val="1200"/>
              </a:spcBef>
            </a:pPr>
            <a:r>
              <a:rPr lang="es-ES" sz="1100" dirty="0">
                <a:solidFill>
                  <a:srgbClr val="000000"/>
                </a:solidFill>
                <a:latin typeface="Montserrat Medium" panose="000006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7. Workshop (D2). 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Definir los </a:t>
            </a: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KPIs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 Operativos, Estratégicos y de Gestión. </a:t>
            </a:r>
            <a:endParaRPr kumimoji="0" lang="es-E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8F9C285-A152-2A85-F4CC-4E6116D1CCA1}"/>
              </a:ext>
            </a:extLst>
          </p:cNvPr>
          <p:cNvSpPr txBox="1"/>
          <p:nvPr/>
        </p:nvSpPr>
        <p:spPr>
          <a:xfrm>
            <a:off x="8402742" y="4358330"/>
            <a:ext cx="34404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Transformar</a:t>
            </a: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s-E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y conceptualizar la solución</a:t>
            </a: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9.   Identificar el modelo de IA y  Orquestación  (RPA) que dará soporte a la solución.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10.  Presentación del Diagrama Lógico de Arq. Solución.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11.   Presentación de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Ptos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 de Dolor resueltos con la solución.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12.  Valoración y Priorización.</a:t>
            </a:r>
            <a:b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Calculo del ROI – BC. </a:t>
            </a:r>
            <a:b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3A614E1-00B0-D31A-F42F-7F0C9B4DC113}"/>
              </a:ext>
            </a:extLst>
          </p:cNvPr>
          <p:cNvSpPr txBox="1">
            <a:spLocks/>
          </p:cNvSpPr>
          <p:nvPr/>
        </p:nvSpPr>
        <p:spPr>
          <a:xfrm>
            <a:off x="125628" y="107837"/>
            <a:ext cx="10315410" cy="286599"/>
          </a:xfrm>
          <a:prstGeom prst="rect">
            <a:avLst/>
          </a:prstGeom>
        </p:spPr>
        <p:txBody>
          <a:bodyPr lIns="137160" tIns="68580" rIns="137160" bIns="6858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0" i="0" kern="120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1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ontserrat" panose="00000500000000000000" pitchFamily="2" charset="0"/>
              </a:rPr>
              <a:t>Discovery + MVP</a:t>
            </a:r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B5A67246-9D22-3A8C-F088-426E87D945C3}"/>
              </a:ext>
            </a:extLst>
          </p:cNvPr>
          <p:cNvSpPr txBox="1">
            <a:spLocks/>
          </p:cNvSpPr>
          <p:nvPr/>
        </p:nvSpPr>
        <p:spPr>
          <a:xfrm>
            <a:off x="361415" y="526053"/>
            <a:ext cx="10774454" cy="352012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24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¿Cómo descubrimos los procesos con potencial de optimización?.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2CB3497-BCE1-73A7-48A4-1D5F95204F76}"/>
              </a:ext>
            </a:extLst>
          </p:cNvPr>
          <p:cNvSpPr/>
          <p:nvPr/>
        </p:nvSpPr>
        <p:spPr>
          <a:xfrm>
            <a:off x="509113" y="903570"/>
            <a:ext cx="890134" cy="69799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042" name="Picture 18" descr="Vectores de Estás aquí símbolo, imágenes vectoriales | DepositPhotos">
            <a:extLst>
              <a:ext uri="{FF2B5EF4-FFF2-40B4-BE49-F238E27FC236}">
                <a16:creationId xmlns:a16="http://schemas.microsoft.com/office/drawing/2014/main" id="{256FC1F1-A5BA-AF5C-3F36-876964D47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844" y="2104156"/>
            <a:ext cx="608576" cy="608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🏁 Bandera De Cuadros Emoji: Significado y Uso">
            <a:extLst>
              <a:ext uri="{FF2B5EF4-FFF2-40B4-BE49-F238E27FC236}">
                <a16:creationId xmlns:a16="http://schemas.microsoft.com/office/drawing/2014/main" id="{7968E7CC-F456-A356-0019-EE8D76F11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8329" y="2216321"/>
            <a:ext cx="249759" cy="249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Símbolo GPS azul, Representaciones Incluyendo: azul y símbolo - Envato">
            <a:extLst>
              <a:ext uri="{FF2B5EF4-FFF2-40B4-BE49-F238E27FC236}">
                <a16:creationId xmlns:a16="http://schemas.microsoft.com/office/drawing/2014/main" id="{BCD4DE39-3B2A-3379-985D-B314D1AB8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120" y="2056826"/>
            <a:ext cx="568750" cy="56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6" descr="Símbolo GPS azul, Representaciones Incluyendo: azul y símbolo - Envato">
            <a:extLst>
              <a:ext uri="{FF2B5EF4-FFF2-40B4-BE49-F238E27FC236}">
                <a16:creationId xmlns:a16="http://schemas.microsoft.com/office/drawing/2014/main" id="{959C7136-7288-B95F-09E9-E6C8F6AC0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9743" y="2048955"/>
            <a:ext cx="568750" cy="56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10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09C26-CAD8-05EC-F95F-72EE330FA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C2D2F3CA-4D1C-0A27-4A4A-B2DC55B88D8C}"/>
              </a:ext>
            </a:extLst>
          </p:cNvPr>
          <p:cNvSpPr txBox="1">
            <a:spLocks/>
          </p:cNvSpPr>
          <p:nvPr/>
        </p:nvSpPr>
        <p:spPr>
          <a:xfrm>
            <a:off x="161390" y="81077"/>
            <a:ext cx="11192410" cy="694689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Analizar.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1. Identificar Objetivos y Necesidades (OKR).</a:t>
            </a:r>
            <a:endParaRPr kumimoji="0" lang="es-AR" sz="2400" b="1" i="0" u="none" strike="noStrike" kern="1200" cap="none" spc="0" normalizeH="0" baseline="0" noProof="0" dirty="0">
              <a:ln>
                <a:noFill/>
              </a:ln>
              <a:solidFill>
                <a:srgbClr val="173962"/>
              </a:solidFill>
              <a:effectLst/>
              <a:uLnTx/>
              <a:uFillTx/>
              <a:latin typeface="Montserrat"/>
              <a:ea typeface="Lato"/>
              <a:cs typeface="+mj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3173E38-5F68-A516-2271-7B46ACE63A31}"/>
              </a:ext>
            </a:extLst>
          </p:cNvPr>
          <p:cNvSpPr/>
          <p:nvPr/>
        </p:nvSpPr>
        <p:spPr>
          <a:xfrm>
            <a:off x="270955" y="768792"/>
            <a:ext cx="843884" cy="86910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B3B63-95A3-4B7A-428B-1C9E9571A8A8}"/>
              </a:ext>
            </a:extLst>
          </p:cNvPr>
          <p:cNvSpPr txBox="1"/>
          <p:nvPr/>
        </p:nvSpPr>
        <p:spPr>
          <a:xfrm>
            <a:off x="621970" y="2406852"/>
            <a:ext cx="11408639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9763" marR="0" lvl="1" indent="-4587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ontserrat" panose="00000500000000000000" pitchFamily="2" charset="0"/>
              </a:rPr>
              <a:t>Objetivos:</a:t>
            </a:r>
          </a:p>
          <a:p>
            <a:pPr marL="639763" marR="0" lvl="1" indent="-4587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</a:rPr>
              <a:t>	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Medium" panose="00000600000000000000" pitchFamily="2" charset="0"/>
              </a:rPr>
              <a:t>¿Que se espera conseguir / A que me comprometo, con este abordaje?.</a:t>
            </a:r>
          </a:p>
          <a:p>
            <a:pPr marL="714375" marR="0" lvl="1" indent="-533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1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</a:rPr>
              <a:t>	</a:t>
            </a: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</a:rPr>
              <a:t>Automatizar +70% las tareas manuales del área de “</a:t>
            </a:r>
            <a:r>
              <a:rPr kumimoji="0" lang="es-E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</a:rPr>
              <a:t>Xxxxxxxxx</a:t>
            </a: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</a:rPr>
              <a:t>” / Proceso “</a:t>
            </a:r>
            <a:r>
              <a:rPr kumimoji="0" lang="es-E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</a:rPr>
              <a:t>Xxxxxxxxxx</a:t>
            </a: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</a:rPr>
              <a:t>” para obtener una reducción de costos fijos del +50% para Junio de 2026. </a:t>
            </a:r>
            <a:br>
              <a:rPr lang="es-ES" sz="1200" i="1" dirty="0">
                <a:solidFill>
                  <a:srgbClr val="000000"/>
                </a:solidFill>
                <a:latin typeface="Montserrat" panose="00000500000000000000" pitchFamily="2" charset="0"/>
              </a:rPr>
            </a:br>
            <a:b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</a:rPr>
            </a:br>
            <a:r>
              <a:rPr lang="es-ES" sz="1200" dirty="0">
                <a:solidFill>
                  <a:srgbClr val="000000"/>
                </a:solidFill>
                <a:latin typeface="Montserrat Medium" panose="00000600000000000000" pitchFamily="2" charset="0"/>
              </a:rPr>
              <a:t>¿Qué significa logrado?. </a:t>
            </a:r>
          </a:p>
          <a:p>
            <a:pPr marL="714375" lvl="1" indent="-533400">
              <a:spcBef>
                <a:spcPts val="600"/>
              </a:spcBef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</a:rPr>
              <a:t>	</a:t>
            </a:r>
            <a:r>
              <a:rPr lang="es-ES" sz="1200" i="1" dirty="0">
                <a:solidFill>
                  <a:srgbClr val="000000"/>
                </a:solidFill>
                <a:latin typeface="Montserrat" panose="00000500000000000000" pitchFamily="2" charset="0"/>
              </a:rPr>
              <a:t> Actualmente el proceso genera costos fijos en personal (Staff + Tercerizados), licencias e insumos por encima de los $ 25.500.000. Para el primero de Julio, los costos deben esta en $ 12.750.000 o menos.</a:t>
            </a:r>
          </a:p>
          <a:p>
            <a:pPr marL="714375" lvl="1" indent="-533400">
              <a:spcBef>
                <a:spcPts val="600"/>
              </a:spcBef>
            </a:pPr>
            <a:endParaRPr lang="es-ES" sz="1200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2AD17E9F-8DD5-A979-35F6-FFB9856B0872}"/>
              </a:ext>
            </a:extLst>
          </p:cNvPr>
          <p:cNvSpPr txBox="1">
            <a:spLocks/>
          </p:cNvSpPr>
          <p:nvPr/>
        </p:nvSpPr>
        <p:spPr>
          <a:xfrm>
            <a:off x="11095215" y="23006"/>
            <a:ext cx="2193569" cy="286599"/>
          </a:xfrm>
          <a:prstGeom prst="rect">
            <a:avLst/>
          </a:prstGeom>
        </p:spPr>
        <p:txBody>
          <a:bodyPr lIns="137160" tIns="68580" rIns="137160" bIns="6858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0" i="0" kern="120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1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ontserrat" panose="00000500000000000000" pitchFamily="2" charset="0"/>
              </a:rPr>
              <a:t>Discovery</a:t>
            </a:r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solidFill>
                <a:srgbClr val="777777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C20C001-FF15-C8AA-0DE5-33EDE654DD41}"/>
              </a:ext>
            </a:extLst>
          </p:cNvPr>
          <p:cNvSpPr txBox="1"/>
          <p:nvPr/>
        </p:nvSpPr>
        <p:spPr>
          <a:xfrm>
            <a:off x="683994" y="5068965"/>
            <a:ext cx="3618574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9763" marR="0" lvl="1" indent="-4587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sz="1200" b="1" dirty="0">
                <a:solidFill>
                  <a:srgbClr val="0070C0"/>
                </a:solidFill>
                <a:latin typeface="Montserrat" panose="00000500000000000000" pitchFamily="2" charset="0"/>
              </a:rPr>
              <a:t>KR1:</a:t>
            </a:r>
          </a:p>
          <a:p>
            <a:pPr marL="180975" marR="0" lvl="1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sz="1200" dirty="0">
                <a:solidFill>
                  <a:srgbClr val="000000"/>
                </a:solidFill>
                <a:latin typeface="Montserrat" panose="00000500000000000000" pitchFamily="2" charset="0"/>
              </a:rPr>
              <a:t>Descubrir los 3 a 5 procesos con mayor carga manual y personal del área “</a:t>
            </a:r>
            <a:r>
              <a:rPr lang="es-ES" sz="1200" dirty="0" err="1">
                <a:solidFill>
                  <a:srgbClr val="000000"/>
                </a:solidFill>
                <a:latin typeface="Montserrat" panose="00000500000000000000" pitchFamily="2" charset="0"/>
              </a:rPr>
              <a:t>Xxxxxx</a:t>
            </a:r>
            <a:r>
              <a:rPr lang="es-ES" sz="1200" dirty="0">
                <a:solidFill>
                  <a:srgbClr val="000000"/>
                </a:solidFill>
                <a:latin typeface="Montserrat" panose="00000500000000000000" pitchFamily="2" charset="0"/>
              </a:rPr>
              <a:t>” para Febrero de 2026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</a:rPr>
              <a:t>.</a:t>
            </a:r>
            <a:b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</a:rPr>
            </a:b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9D69668-0AE8-82F8-4487-03D9DD40FC5F}"/>
              </a:ext>
            </a:extLst>
          </p:cNvPr>
          <p:cNvSpPr txBox="1"/>
          <p:nvPr/>
        </p:nvSpPr>
        <p:spPr>
          <a:xfrm>
            <a:off x="4429825" y="5064149"/>
            <a:ext cx="3491323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9763" marR="0" lvl="1" indent="-4587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sz="1400" b="1" dirty="0">
                <a:solidFill>
                  <a:srgbClr val="0070C0"/>
                </a:solidFill>
                <a:latin typeface="Montserrat" panose="00000500000000000000" pitchFamily="2" charset="0"/>
              </a:rPr>
              <a:t>KR2:</a:t>
            </a:r>
          </a:p>
          <a:p>
            <a:pPr marL="180975" marR="0" lvl="1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sz="1200" dirty="0">
                <a:solidFill>
                  <a:srgbClr val="000000"/>
                </a:solidFill>
                <a:latin typeface="Montserrat" panose="00000500000000000000" pitchFamily="2" charset="0"/>
              </a:rPr>
              <a:t>Definir el prototipo / Arquitectura de solución basada en RPA-IA (</a:t>
            </a:r>
            <a:r>
              <a:rPr lang="es-ES" sz="1200" dirty="0" err="1">
                <a:solidFill>
                  <a:srgbClr val="000000"/>
                </a:solidFill>
                <a:latin typeface="Montserrat" panose="00000500000000000000" pitchFamily="2" charset="0"/>
              </a:rPr>
              <a:t>To</a:t>
            </a:r>
            <a:r>
              <a:rPr lang="es-ES" sz="1200" dirty="0">
                <a:solidFill>
                  <a:srgbClr val="000000"/>
                </a:solidFill>
                <a:latin typeface="Montserrat" panose="00000500000000000000" pitchFamily="2" charset="0"/>
              </a:rPr>
              <a:t> Be) que se estima podrá optimizar +70% de las tareas manuales para Abril de 2026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</a:rPr>
              <a:t>.</a:t>
            </a:r>
            <a:b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</a:rPr>
            </a:br>
            <a:endParaRPr kumimoji="0" lang="es-AR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96E5492-FF39-2B49-38A9-6223DD55E40E}"/>
              </a:ext>
            </a:extLst>
          </p:cNvPr>
          <p:cNvSpPr txBox="1"/>
          <p:nvPr/>
        </p:nvSpPr>
        <p:spPr>
          <a:xfrm>
            <a:off x="8190677" y="5087796"/>
            <a:ext cx="343406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9763" marR="0" lvl="1" indent="-4587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sz="1400" b="1" dirty="0">
                <a:solidFill>
                  <a:srgbClr val="0070C0"/>
                </a:solidFill>
                <a:latin typeface="Montserrat" panose="00000500000000000000" pitchFamily="2" charset="0"/>
              </a:rPr>
              <a:t>KR3:</a:t>
            </a:r>
          </a:p>
          <a:p>
            <a:pPr marL="180975" marR="0" lvl="1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sz="1200" dirty="0">
                <a:solidFill>
                  <a:srgbClr val="000000"/>
                </a:solidFill>
                <a:latin typeface="Montserrat" panose="00000500000000000000" pitchFamily="2" charset="0"/>
              </a:rPr>
              <a:t>Desarrollar / Desplegar / Testear, la solución en los tres entornos, Dev, UAT y Producción, para Junio de 2026.</a:t>
            </a:r>
            <a:endParaRPr kumimoji="0" lang="es-AR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C1B825B1-C12B-451F-2406-FE3E76D736D8}"/>
              </a:ext>
            </a:extLst>
          </p:cNvPr>
          <p:cNvCxnSpPr/>
          <p:nvPr/>
        </p:nvCxnSpPr>
        <p:spPr>
          <a:xfrm>
            <a:off x="4302571" y="5157155"/>
            <a:ext cx="0" cy="108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136113E6-1168-3090-F351-ACF14D42D9E2}"/>
              </a:ext>
            </a:extLst>
          </p:cNvPr>
          <p:cNvCxnSpPr/>
          <p:nvPr/>
        </p:nvCxnSpPr>
        <p:spPr>
          <a:xfrm>
            <a:off x="8057484" y="5157155"/>
            <a:ext cx="0" cy="108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43F1931-4E7C-5FF5-F40B-2CFC211DCB7D}"/>
              </a:ext>
            </a:extLst>
          </p:cNvPr>
          <p:cNvCxnSpPr>
            <a:cxnSpLocks/>
          </p:cNvCxnSpPr>
          <p:nvPr/>
        </p:nvCxnSpPr>
        <p:spPr>
          <a:xfrm flipH="1">
            <a:off x="683994" y="4597424"/>
            <a:ext cx="845873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6853D59-6B9E-C63C-3D9C-CF95138F87E1}"/>
              </a:ext>
            </a:extLst>
          </p:cNvPr>
          <p:cNvCxnSpPr/>
          <p:nvPr/>
        </p:nvCxnSpPr>
        <p:spPr>
          <a:xfrm>
            <a:off x="683994" y="5157155"/>
            <a:ext cx="0" cy="108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0776953-91CB-ACBA-53B9-CD5B887E8176}"/>
              </a:ext>
            </a:extLst>
          </p:cNvPr>
          <p:cNvSpPr/>
          <p:nvPr/>
        </p:nvSpPr>
        <p:spPr>
          <a:xfrm>
            <a:off x="466725" y="2380479"/>
            <a:ext cx="11563885" cy="4066509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111C177-DA86-50CC-E670-9623230CDFA5}"/>
              </a:ext>
            </a:extLst>
          </p:cNvPr>
          <p:cNvSpPr/>
          <p:nvPr/>
        </p:nvSpPr>
        <p:spPr>
          <a:xfrm>
            <a:off x="466725" y="1097411"/>
            <a:ext cx="11563885" cy="106773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26D040F-2709-F911-8E6B-3D74F77CE72D}"/>
              </a:ext>
            </a:extLst>
          </p:cNvPr>
          <p:cNvSpPr txBox="1"/>
          <p:nvPr/>
        </p:nvSpPr>
        <p:spPr>
          <a:xfrm>
            <a:off x="621970" y="1144197"/>
            <a:ext cx="1156388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marR="0" lvl="1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ontserrat" panose="00000500000000000000" pitchFamily="2" charset="0"/>
              </a:rPr>
              <a:t>Proceso / Área: </a:t>
            </a:r>
            <a:r>
              <a:rPr lang="es-ES" sz="1200" dirty="0">
                <a:solidFill>
                  <a:srgbClr val="000000"/>
                </a:solidFill>
                <a:latin typeface="Montserrat Medium" panose="00000600000000000000" pitchFamily="2" charset="0"/>
              </a:rPr>
              <a:t>Nombre del proceso / Área / Responsable / Key </a:t>
            </a:r>
            <a:r>
              <a:rPr lang="es-ES" sz="1200" dirty="0" err="1">
                <a:solidFill>
                  <a:srgbClr val="000000"/>
                </a:solidFill>
                <a:latin typeface="Montserrat Medium" panose="00000600000000000000" pitchFamily="2" charset="0"/>
              </a:rPr>
              <a:t>User</a:t>
            </a:r>
            <a:r>
              <a:rPr lang="es-ES" sz="1200" dirty="0">
                <a:solidFill>
                  <a:srgbClr val="000000"/>
                </a:solidFill>
                <a:latin typeface="Montserrat Medium" panose="00000600000000000000" pitchFamily="2" charset="0"/>
              </a:rPr>
              <a:t>.</a:t>
            </a:r>
          </a:p>
          <a:p>
            <a:pPr marL="180975" marR="0" lvl="1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s-ES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180975" marR="0" lvl="1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ontserrat" panose="00000500000000000000" pitchFamily="2" charset="0"/>
              </a:rPr>
              <a:t>Situación actual:</a:t>
            </a:r>
            <a:r>
              <a:rPr lang="es-ES" sz="1200" dirty="0">
                <a:solidFill>
                  <a:srgbClr val="000000"/>
                </a:solidFill>
                <a:latin typeface="Montserrat Medium" panose="00000600000000000000" pitchFamily="2" charset="0"/>
              </a:rPr>
              <a:t>  </a:t>
            </a:r>
            <a:r>
              <a:rPr lang="es-ES" sz="1100" dirty="0">
                <a:solidFill>
                  <a:srgbClr val="000000"/>
                </a:solidFill>
                <a:latin typeface="Montserrat Medium" panose="00000600000000000000" pitchFamily="2" charset="0"/>
              </a:rPr>
              <a:t>Descripción detallada de la situación actual del proceso.</a:t>
            </a:r>
            <a:endParaRPr lang="es-AR" sz="12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78DCBAE-9209-0385-7BC7-D66F4B4066F4}"/>
              </a:ext>
            </a:extLst>
          </p:cNvPr>
          <p:cNvSpPr txBox="1"/>
          <p:nvPr/>
        </p:nvSpPr>
        <p:spPr>
          <a:xfrm>
            <a:off x="161389" y="1092851"/>
            <a:ext cx="643742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s-AR" sz="1400" b="1" dirty="0">
                <a:solidFill>
                  <a:schemeClr val="bg1"/>
                </a:solidFill>
              </a:rPr>
              <a:t>As-</a:t>
            </a:r>
            <a:r>
              <a:rPr lang="es-AR" sz="1400" b="1" dirty="0" err="1">
                <a:solidFill>
                  <a:schemeClr val="bg1"/>
                </a:solidFill>
              </a:rPr>
              <a:t>Is</a:t>
            </a:r>
            <a:endParaRPr lang="es-AR" sz="1200" b="1" dirty="0">
              <a:solidFill>
                <a:schemeClr val="bg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E25AB3B-930A-27F0-5D98-5803FE4D6D3C}"/>
              </a:ext>
            </a:extLst>
          </p:cNvPr>
          <p:cNvSpPr txBox="1"/>
          <p:nvPr/>
        </p:nvSpPr>
        <p:spPr>
          <a:xfrm>
            <a:off x="161389" y="2380479"/>
            <a:ext cx="643742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s-AR" sz="1400" b="1" dirty="0" err="1">
                <a:solidFill>
                  <a:schemeClr val="bg1"/>
                </a:solidFill>
              </a:rPr>
              <a:t>To</a:t>
            </a:r>
            <a:r>
              <a:rPr lang="es-AR" sz="1400" b="1" dirty="0">
                <a:solidFill>
                  <a:schemeClr val="bg1"/>
                </a:solidFill>
              </a:rPr>
              <a:t>-Be</a:t>
            </a:r>
            <a:endParaRPr lang="es-AR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191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4F6B7-3B34-30AE-14AB-E1F9C1315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920AC58A-9F89-CB35-A591-086FB77F5608}"/>
              </a:ext>
            </a:extLst>
          </p:cNvPr>
          <p:cNvSpPr txBox="1">
            <a:spLocks/>
          </p:cNvSpPr>
          <p:nvPr/>
        </p:nvSpPr>
        <p:spPr>
          <a:xfrm>
            <a:off x="275690" y="249936"/>
            <a:ext cx="11832966" cy="195044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Analizar.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 b="1" dirty="0">
                <a:solidFill>
                  <a:srgbClr val="173962"/>
                </a:solidFill>
                <a:latin typeface="Montserrat"/>
                <a:ea typeface="Lato"/>
              </a:rPr>
              <a:t>2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. Divulgación. Nivelar / desmitificar RPA e Inteligencia Artificial 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2400" b="1" i="0" u="none" strike="noStrike" kern="1200" cap="none" spc="0" normalizeH="0" baseline="0" noProof="0" dirty="0">
              <a:ln>
                <a:noFill/>
              </a:ln>
              <a:solidFill>
                <a:srgbClr val="173962"/>
              </a:solidFill>
              <a:effectLst/>
              <a:uLnTx/>
              <a:uFillTx/>
              <a:latin typeface="Montserrat"/>
              <a:ea typeface="Lato"/>
              <a:cs typeface="+mj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65D30F9-9053-862F-9E00-464953430CC6}"/>
              </a:ext>
            </a:extLst>
          </p:cNvPr>
          <p:cNvSpPr/>
          <p:nvPr/>
        </p:nvSpPr>
        <p:spPr>
          <a:xfrm>
            <a:off x="375316" y="1037041"/>
            <a:ext cx="843884" cy="86910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4FD428F-DBBF-2FC2-8E49-3D5435A7B8FE}"/>
              </a:ext>
            </a:extLst>
          </p:cNvPr>
          <p:cNvSpPr txBox="1">
            <a:spLocks/>
          </p:cNvSpPr>
          <p:nvPr/>
        </p:nvSpPr>
        <p:spPr>
          <a:xfrm>
            <a:off x="9992285" y="115737"/>
            <a:ext cx="2285440" cy="286599"/>
          </a:xfrm>
          <a:prstGeom prst="rect">
            <a:avLst/>
          </a:prstGeom>
        </p:spPr>
        <p:txBody>
          <a:bodyPr lIns="137160" tIns="68580" rIns="137160" bIns="6858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0" i="0" kern="120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1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ontserrat" panose="00000500000000000000" pitchFamily="2" charset="0"/>
              </a:rPr>
              <a:t>Discovery. </a:t>
            </a:r>
            <a:r>
              <a:rPr kumimoji="0" lang="es-ES_tradnl" sz="12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ontserrat" panose="00000500000000000000" pitchFamily="2" charset="0"/>
              </a:rPr>
              <a:t>Workshop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8C18A37-4F26-CAC0-2E69-3A5E38AB0570}"/>
              </a:ext>
            </a:extLst>
          </p:cNvPr>
          <p:cNvSpPr txBox="1"/>
          <p:nvPr/>
        </p:nvSpPr>
        <p:spPr>
          <a:xfrm>
            <a:off x="698500" y="1541724"/>
            <a:ext cx="7601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¿Que es la IA GEN y AGENTICA?.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D3F3929-5528-1FB1-1983-72C6CCE481FD}"/>
              </a:ext>
            </a:extLst>
          </p:cNvPr>
          <p:cNvSpPr txBox="1"/>
          <p:nvPr/>
        </p:nvSpPr>
        <p:spPr>
          <a:xfrm>
            <a:off x="698499" y="2248824"/>
            <a:ext cx="7601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¿Cuál es su potencial de aplicación en la industria?.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75B063C-0A8E-1FB2-5027-D288DEDE18DD}"/>
              </a:ext>
            </a:extLst>
          </p:cNvPr>
          <p:cNvSpPr txBox="1"/>
          <p:nvPr/>
        </p:nvSpPr>
        <p:spPr>
          <a:xfrm>
            <a:off x="698499" y="3059668"/>
            <a:ext cx="7601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¿Qué resultados se pueden conseguir realmente?.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B30582-26CF-65A1-46B4-74F1E68AF5DC}"/>
              </a:ext>
            </a:extLst>
          </p:cNvPr>
          <p:cNvSpPr txBox="1"/>
          <p:nvPr/>
        </p:nvSpPr>
        <p:spPr>
          <a:xfrm>
            <a:off x="698499" y="3870512"/>
            <a:ext cx="7601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¿Cómo se despliegan y se ponen en marcha?.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8B7026F-DCFB-981C-BFAA-F94E0399DC4F}"/>
              </a:ext>
            </a:extLst>
          </p:cNvPr>
          <p:cNvSpPr txBox="1"/>
          <p:nvPr/>
        </p:nvSpPr>
        <p:spPr>
          <a:xfrm>
            <a:off x="698499" y="4784912"/>
            <a:ext cx="7601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¿Cómo se miden y mejoran continuamente?.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A2FB547-A9E4-4112-EBE9-9432C335E51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</a:blip>
          <a:srcRect t="10249" b="1"/>
          <a:stretch>
            <a:fillRect/>
          </a:stretch>
        </p:blipFill>
        <p:spPr>
          <a:xfrm>
            <a:off x="6605792" y="2785565"/>
            <a:ext cx="5401264" cy="253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34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48A83-6325-564E-FE1A-92D40F189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EB9D1AE0-D93D-D4ED-FE17-39ABA68D7704}"/>
              </a:ext>
            </a:extLst>
          </p:cNvPr>
          <p:cNvSpPr txBox="1">
            <a:spLocks/>
          </p:cNvSpPr>
          <p:nvPr/>
        </p:nvSpPr>
        <p:spPr>
          <a:xfrm>
            <a:off x="275690" y="249936"/>
            <a:ext cx="11832966" cy="195044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Analizar.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 b="1" noProof="0" dirty="0">
                <a:solidFill>
                  <a:srgbClr val="173962"/>
                </a:solidFill>
                <a:latin typeface="Montserrat"/>
                <a:ea typeface="Lato"/>
              </a:rPr>
              <a:t>3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. Identificar </a:t>
            </a:r>
            <a:r>
              <a:rPr lang="es-ES" sz="1800" b="1" dirty="0">
                <a:solidFill>
                  <a:srgbClr val="173962"/>
                </a:solidFill>
                <a:latin typeface="Montserrat"/>
                <a:ea typeface="Lato"/>
              </a:rPr>
              <a:t>3 a 5 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flujos de trabajo con mayor potencial de optimización alineados a los 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OKR’s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2400" b="1" i="0" u="none" strike="noStrike" kern="1200" cap="none" spc="0" normalizeH="0" baseline="0" noProof="0" dirty="0">
              <a:ln>
                <a:noFill/>
              </a:ln>
              <a:solidFill>
                <a:srgbClr val="173962"/>
              </a:solidFill>
              <a:effectLst/>
              <a:uLnTx/>
              <a:uFillTx/>
              <a:latin typeface="Montserrat"/>
              <a:ea typeface="Lato"/>
              <a:cs typeface="+mj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ADA2788-8241-5133-E67F-AFC56D7DB2FE}"/>
              </a:ext>
            </a:extLst>
          </p:cNvPr>
          <p:cNvSpPr/>
          <p:nvPr/>
        </p:nvSpPr>
        <p:spPr>
          <a:xfrm>
            <a:off x="375316" y="1037041"/>
            <a:ext cx="843884" cy="86910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FF620BC-9E51-93CC-BBE9-5FD795B6368E}"/>
              </a:ext>
            </a:extLst>
          </p:cNvPr>
          <p:cNvSpPr txBox="1">
            <a:spLocks/>
          </p:cNvSpPr>
          <p:nvPr/>
        </p:nvSpPr>
        <p:spPr>
          <a:xfrm>
            <a:off x="9992285" y="115737"/>
            <a:ext cx="2285440" cy="286599"/>
          </a:xfrm>
          <a:prstGeom prst="rect">
            <a:avLst/>
          </a:prstGeom>
        </p:spPr>
        <p:txBody>
          <a:bodyPr lIns="137160" tIns="68580" rIns="137160" bIns="6858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0" i="0" kern="120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1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ontserrat" panose="00000500000000000000" pitchFamily="2" charset="0"/>
              </a:rPr>
              <a:t>Discovery. </a:t>
            </a:r>
            <a:r>
              <a:rPr kumimoji="0" lang="es-ES_tradnl" sz="12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ontserrat" panose="00000500000000000000" pitchFamily="2" charset="0"/>
              </a:rPr>
              <a:t>Workshop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1AA905-4EA7-C498-28E0-28890AA73096}"/>
              </a:ext>
            </a:extLst>
          </p:cNvPr>
          <p:cNvSpPr txBox="1"/>
          <p:nvPr/>
        </p:nvSpPr>
        <p:spPr>
          <a:xfrm>
            <a:off x="876300" y="1244942"/>
            <a:ext cx="7601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/>
              <a:t>Preguntas que debemos hacer para identificar los flujos / Casos de Uso.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C2DDBA7-C391-B5DC-BA37-8412FD2982B5}"/>
              </a:ext>
            </a:extLst>
          </p:cNvPr>
          <p:cNvSpPr txBox="1"/>
          <p:nvPr/>
        </p:nvSpPr>
        <p:spPr>
          <a:xfrm>
            <a:off x="1448133" y="2423301"/>
            <a:ext cx="61388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/>
              <a:t>2. </a:t>
            </a:r>
            <a:r>
              <a:rPr lang="es-AR" sz="1600" b="1" dirty="0"/>
              <a:t>Repetitividad. </a:t>
            </a:r>
            <a:r>
              <a:rPr lang="es-AR" sz="1600" dirty="0"/>
              <a:t>¿Con que frecuencia se realiza la tarea?.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1E5F588-3DC1-7254-1AFC-EE2E83B93714}"/>
              </a:ext>
            </a:extLst>
          </p:cNvPr>
          <p:cNvSpPr txBox="1"/>
          <p:nvPr/>
        </p:nvSpPr>
        <p:spPr>
          <a:xfrm>
            <a:off x="1435433" y="1871082"/>
            <a:ext cx="10739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/>
              <a:t>1. </a:t>
            </a:r>
            <a:r>
              <a:rPr lang="es-AR" sz="1600" b="1" dirty="0"/>
              <a:t>Identificar “Casos de Uso”: </a:t>
            </a:r>
            <a:r>
              <a:rPr lang="es-AR" sz="1600" dirty="0"/>
              <a:t>Sr. Key </a:t>
            </a:r>
            <a:r>
              <a:rPr lang="es-AR" sz="1600" dirty="0" err="1"/>
              <a:t>User</a:t>
            </a:r>
            <a:r>
              <a:rPr lang="es-AR" sz="1600" dirty="0"/>
              <a:t>, describa de manera natural la actividad que realiza habitualmente en su día a día.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3772222-7AF7-3313-7FD8-B2AB59AA2F17}"/>
              </a:ext>
            </a:extLst>
          </p:cNvPr>
          <p:cNvSpPr txBox="1"/>
          <p:nvPr/>
        </p:nvSpPr>
        <p:spPr>
          <a:xfrm>
            <a:off x="1435433" y="2920070"/>
            <a:ext cx="67913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/>
              <a:t>3. </a:t>
            </a:r>
            <a:r>
              <a:rPr lang="es-AR" sz="1600" b="1" dirty="0"/>
              <a:t>Recursos. </a:t>
            </a:r>
            <a:r>
              <a:rPr lang="es-AR" sz="1600" dirty="0"/>
              <a:t>¿Cuantas personas realizan la tarea?.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7F6555A-8241-98C5-D6B7-B48DF1E179D8}"/>
              </a:ext>
            </a:extLst>
          </p:cNvPr>
          <p:cNvSpPr txBox="1"/>
          <p:nvPr/>
        </p:nvSpPr>
        <p:spPr>
          <a:xfrm>
            <a:off x="1435433" y="3400208"/>
            <a:ext cx="67913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/>
              <a:t>4. </a:t>
            </a:r>
            <a:r>
              <a:rPr lang="es-AR" sz="1600" b="1" dirty="0"/>
              <a:t>Comportamiento. </a:t>
            </a:r>
            <a:r>
              <a:rPr lang="es-AR" sz="1600" dirty="0"/>
              <a:t>¿Esta basado en reglas claras y repetitivas?.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B8F7947-83DE-DAB9-50D1-FA57DE29197B}"/>
              </a:ext>
            </a:extLst>
          </p:cNvPr>
          <p:cNvSpPr txBox="1"/>
          <p:nvPr/>
        </p:nvSpPr>
        <p:spPr>
          <a:xfrm>
            <a:off x="1435433" y="3927257"/>
            <a:ext cx="67913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/>
              <a:t>5. </a:t>
            </a:r>
            <a:r>
              <a:rPr lang="es-AR" sz="1600" b="1" dirty="0"/>
              <a:t>Volumen. </a:t>
            </a:r>
            <a:r>
              <a:rPr lang="es-AR" sz="1600" dirty="0"/>
              <a:t>¿Cual es la cantidad de actividades y transacciones?.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ABE6A3A-60EF-DCF9-F579-9D8D4609650A}"/>
              </a:ext>
            </a:extLst>
          </p:cNvPr>
          <p:cNvSpPr txBox="1"/>
          <p:nvPr/>
        </p:nvSpPr>
        <p:spPr>
          <a:xfrm>
            <a:off x="1435433" y="4443932"/>
            <a:ext cx="68246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/>
              <a:t>6. </a:t>
            </a:r>
            <a:r>
              <a:rPr lang="es-AR" sz="1600" b="1" dirty="0"/>
              <a:t>Calidad. </a:t>
            </a:r>
            <a:r>
              <a:rPr lang="es-AR" sz="1600" dirty="0"/>
              <a:t>¿Se cometen errores, cuantos?.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C9C05E5-3E44-B82C-4351-21EA2C0FB55E}"/>
              </a:ext>
            </a:extLst>
          </p:cNvPr>
          <p:cNvSpPr txBox="1"/>
          <p:nvPr/>
        </p:nvSpPr>
        <p:spPr>
          <a:xfrm>
            <a:off x="1435433" y="4947463"/>
            <a:ext cx="68246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/>
              <a:t>7. </a:t>
            </a:r>
            <a:r>
              <a:rPr lang="es-AR" sz="1600" b="1" dirty="0" err="1"/>
              <a:t>Heatcount</a:t>
            </a:r>
            <a:r>
              <a:rPr lang="es-AR" sz="1600" b="1" dirty="0"/>
              <a:t>. </a:t>
            </a:r>
            <a:r>
              <a:rPr lang="es-AR" sz="1600" dirty="0"/>
              <a:t>¿Cuanto tiempo dura la actividad o proceso?.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35DF45C-9A91-5D9F-9327-C3EE51D87260}"/>
              </a:ext>
            </a:extLst>
          </p:cNvPr>
          <p:cNvSpPr txBox="1"/>
          <p:nvPr/>
        </p:nvSpPr>
        <p:spPr>
          <a:xfrm>
            <a:off x="1452102" y="5980783"/>
            <a:ext cx="103136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/>
              <a:t>9. </a:t>
            </a:r>
            <a:r>
              <a:rPr lang="es-AR" sz="1600" b="1" dirty="0"/>
              <a:t>Herramientas. </a:t>
            </a:r>
            <a:r>
              <a:rPr lang="es-AR" sz="1600" dirty="0"/>
              <a:t>¿Cuentan con ellas para realizar correctamente las tareas?.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3A9A9F3-54B5-B9BA-9EE9-E6A56FA70167}"/>
              </a:ext>
            </a:extLst>
          </p:cNvPr>
          <p:cNvSpPr txBox="1"/>
          <p:nvPr/>
        </p:nvSpPr>
        <p:spPr>
          <a:xfrm>
            <a:off x="1452102" y="5464123"/>
            <a:ext cx="103136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/>
              <a:t>8. </a:t>
            </a:r>
            <a:r>
              <a:rPr lang="es-AR" sz="1600" b="1" dirty="0"/>
              <a:t>Escalabilidad. </a:t>
            </a:r>
            <a:r>
              <a:rPr lang="es-AR" sz="1600" dirty="0"/>
              <a:t>¿Se requiere aumentar volumen?. ¿Tareas pueden ser realizada en horarios y días no habituales?.</a:t>
            </a:r>
          </a:p>
        </p:txBody>
      </p:sp>
    </p:spTree>
    <p:extLst>
      <p:ext uri="{BB962C8B-B14F-4D97-AF65-F5344CB8AC3E}">
        <p14:creationId xmlns:p14="http://schemas.microsoft.com/office/powerpoint/2010/main" val="37376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01A7-2591-7812-AEFE-B7545431D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C7DD4255-5F09-E632-347A-D7ACB707A45B}"/>
              </a:ext>
            </a:extLst>
          </p:cNvPr>
          <p:cNvSpPr txBox="1">
            <a:spLocks/>
          </p:cNvSpPr>
          <p:nvPr/>
        </p:nvSpPr>
        <p:spPr>
          <a:xfrm>
            <a:off x="275690" y="249937"/>
            <a:ext cx="11832966" cy="95402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Analizar.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4. Definir los flujos priorizados.</a:t>
            </a:r>
            <a:endParaRPr kumimoji="0" lang="es-AR" sz="2400" b="1" i="0" u="none" strike="noStrike" kern="1200" cap="none" spc="0" normalizeH="0" baseline="0" noProof="0" dirty="0">
              <a:ln>
                <a:noFill/>
              </a:ln>
              <a:solidFill>
                <a:srgbClr val="173962"/>
              </a:solidFill>
              <a:effectLst/>
              <a:uLnTx/>
              <a:uFillTx/>
              <a:latin typeface="Montserrat"/>
              <a:ea typeface="Lato"/>
              <a:cs typeface="+mj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B19035-CEEF-9A81-8D96-196EB61AB162}"/>
              </a:ext>
            </a:extLst>
          </p:cNvPr>
          <p:cNvSpPr/>
          <p:nvPr/>
        </p:nvSpPr>
        <p:spPr>
          <a:xfrm>
            <a:off x="375316" y="1037041"/>
            <a:ext cx="843884" cy="86910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76A2A82D-9F29-7624-ED0B-1D104BBCA4FF}"/>
              </a:ext>
            </a:extLst>
          </p:cNvPr>
          <p:cNvSpPr txBox="1">
            <a:spLocks/>
          </p:cNvSpPr>
          <p:nvPr/>
        </p:nvSpPr>
        <p:spPr>
          <a:xfrm>
            <a:off x="9992285" y="115737"/>
            <a:ext cx="2285440" cy="286599"/>
          </a:xfrm>
          <a:prstGeom prst="rect">
            <a:avLst/>
          </a:prstGeom>
        </p:spPr>
        <p:txBody>
          <a:bodyPr lIns="137160" tIns="68580" rIns="137160" bIns="6858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0" i="0" kern="120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1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ontserrat" panose="00000500000000000000" pitchFamily="2" charset="0"/>
              </a:rPr>
              <a:t>Discovery. </a:t>
            </a:r>
            <a:r>
              <a:rPr kumimoji="0" lang="es-ES_tradnl" sz="12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ontserrat" panose="00000500000000000000" pitchFamily="2" charset="0"/>
              </a:rPr>
              <a:t>Workshop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98FFF3A-8B58-7410-18E1-E3397817889D}"/>
              </a:ext>
            </a:extLst>
          </p:cNvPr>
          <p:cNvSpPr/>
          <p:nvPr/>
        </p:nvSpPr>
        <p:spPr>
          <a:xfrm>
            <a:off x="4282164" y="1025518"/>
            <a:ext cx="6146800" cy="4488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EB9AEE47-190F-50CE-8317-8021FB1BB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16" y="1338157"/>
            <a:ext cx="11582400" cy="506541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2BBB4401-E66F-D9AC-9822-822B5E76DF8A}"/>
              </a:ext>
            </a:extLst>
          </p:cNvPr>
          <p:cNvSpPr/>
          <p:nvPr/>
        </p:nvSpPr>
        <p:spPr>
          <a:xfrm>
            <a:off x="234284" y="5820959"/>
            <a:ext cx="870616" cy="744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2491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D326F-C982-2E53-56C2-7F2F60726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AE8DA8B7-F6AA-1271-3ED2-B0216D5874D0}"/>
              </a:ext>
            </a:extLst>
          </p:cNvPr>
          <p:cNvSpPr txBox="1">
            <a:spLocks/>
          </p:cNvSpPr>
          <p:nvPr/>
        </p:nvSpPr>
        <p:spPr>
          <a:xfrm>
            <a:off x="275690" y="249937"/>
            <a:ext cx="11832966" cy="95402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Analizar.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4. Definir los flujos priorizados.</a:t>
            </a:r>
            <a:endParaRPr kumimoji="0" lang="es-AR" sz="2400" b="1" i="0" u="none" strike="noStrike" kern="1200" cap="none" spc="0" normalizeH="0" baseline="0" noProof="0" dirty="0">
              <a:ln>
                <a:noFill/>
              </a:ln>
              <a:solidFill>
                <a:srgbClr val="173962"/>
              </a:solidFill>
              <a:effectLst/>
              <a:uLnTx/>
              <a:uFillTx/>
              <a:latin typeface="Montserrat"/>
              <a:ea typeface="Lato"/>
              <a:cs typeface="+mj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AF1129C-1048-7B67-C738-688DD3735FB6}"/>
              </a:ext>
            </a:extLst>
          </p:cNvPr>
          <p:cNvSpPr/>
          <p:nvPr/>
        </p:nvSpPr>
        <p:spPr>
          <a:xfrm>
            <a:off x="375316" y="1037041"/>
            <a:ext cx="843884" cy="86910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ECC7E74-0596-5214-5E0C-482F31D9F90E}"/>
              </a:ext>
            </a:extLst>
          </p:cNvPr>
          <p:cNvSpPr txBox="1">
            <a:spLocks/>
          </p:cNvSpPr>
          <p:nvPr/>
        </p:nvSpPr>
        <p:spPr>
          <a:xfrm>
            <a:off x="9992285" y="115737"/>
            <a:ext cx="2285440" cy="286599"/>
          </a:xfrm>
          <a:prstGeom prst="rect">
            <a:avLst/>
          </a:prstGeom>
        </p:spPr>
        <p:txBody>
          <a:bodyPr lIns="137160" tIns="68580" rIns="137160" bIns="6858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0" i="0" kern="120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1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ontserrat" panose="00000500000000000000" pitchFamily="2" charset="0"/>
              </a:rPr>
              <a:t>Discovery. </a:t>
            </a:r>
            <a:r>
              <a:rPr kumimoji="0" lang="es-ES_tradnl" sz="12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ontserrat" panose="00000500000000000000" pitchFamily="2" charset="0"/>
              </a:rPr>
              <a:t>Workshop</a:t>
            </a:r>
          </a:p>
        </p:txBody>
      </p:sp>
      <p:pic>
        <p:nvPicPr>
          <p:cNvPr id="12" name="Google Shape;119;g220d97a6bdc_0_395">
            <a:extLst>
              <a:ext uri="{FF2B5EF4-FFF2-40B4-BE49-F238E27FC236}">
                <a16:creationId xmlns:a16="http://schemas.microsoft.com/office/drawing/2014/main" id="{596A7540-4A20-499D-FD21-056CF2169F8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r="51339"/>
          <a:stretch>
            <a:fillRect/>
          </a:stretch>
        </p:blipFill>
        <p:spPr>
          <a:xfrm>
            <a:off x="454358" y="1233510"/>
            <a:ext cx="2786984" cy="54041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B4B70F78-918D-0370-23C3-A42803D4FB1F}"/>
              </a:ext>
            </a:extLst>
          </p:cNvPr>
          <p:cNvCxnSpPr>
            <a:cxnSpLocks/>
          </p:cNvCxnSpPr>
          <p:nvPr/>
        </p:nvCxnSpPr>
        <p:spPr>
          <a:xfrm>
            <a:off x="7772400" y="1515659"/>
            <a:ext cx="0" cy="4807505"/>
          </a:xfrm>
          <a:prstGeom prst="straightConnector1">
            <a:avLst/>
          </a:prstGeom>
          <a:ln w="41275">
            <a:headEnd type="triangle" w="lg" len="lg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B796473-D43B-013D-3847-D44BC1013F66}"/>
              </a:ext>
            </a:extLst>
          </p:cNvPr>
          <p:cNvCxnSpPr>
            <a:cxnSpLocks/>
          </p:cNvCxnSpPr>
          <p:nvPr/>
        </p:nvCxnSpPr>
        <p:spPr>
          <a:xfrm flipH="1">
            <a:off x="5181600" y="3935564"/>
            <a:ext cx="5270500" cy="0"/>
          </a:xfrm>
          <a:prstGeom prst="straightConnector1">
            <a:avLst/>
          </a:prstGeom>
          <a:ln w="41275">
            <a:headEnd type="triangle" w="lg" len="lg"/>
            <a:tailEnd type="triangle" w="lg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10F2396-D54F-D74F-5825-0BDDCFD1E560}"/>
              </a:ext>
            </a:extLst>
          </p:cNvPr>
          <p:cNvSpPr txBox="1"/>
          <p:nvPr/>
        </p:nvSpPr>
        <p:spPr>
          <a:xfrm>
            <a:off x="6394449" y="6346453"/>
            <a:ext cx="2786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ES" sz="1400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Bajo impacto </a:t>
            </a:r>
          </a:p>
          <a:p>
            <a:pPr algn="ctr"/>
            <a:r>
              <a:rPr kumimoji="0" lang="es-ES" sz="1400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Negocio.</a:t>
            </a:r>
            <a:endParaRPr lang="es-AR" sz="14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944097E-170D-EA2A-F97A-A58FE8485C04}"/>
              </a:ext>
            </a:extLst>
          </p:cNvPr>
          <p:cNvSpPr txBox="1"/>
          <p:nvPr/>
        </p:nvSpPr>
        <p:spPr>
          <a:xfrm>
            <a:off x="9957135" y="3728522"/>
            <a:ext cx="23205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algn="ctr">
              <a:defRPr sz="1400">
                <a:solidFill>
                  <a:srgbClr val="173962"/>
                </a:solidFill>
                <a:latin typeface="Montserrat"/>
                <a:ea typeface="Lato"/>
                <a:cs typeface="+mj-cs"/>
              </a:defRPr>
            </a:lvl1pPr>
          </a:lstStyle>
          <a:p>
            <a:r>
              <a:rPr lang="es-ES" dirty="0"/>
              <a:t>Alta </a:t>
            </a:r>
          </a:p>
          <a:p>
            <a:r>
              <a:rPr lang="es-ES" dirty="0"/>
              <a:t>Complejidad</a:t>
            </a:r>
            <a:endParaRPr lang="es-AR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B5EAC5A-302E-E8DB-D143-86CE955B1A80}"/>
              </a:ext>
            </a:extLst>
          </p:cNvPr>
          <p:cNvSpPr txBox="1"/>
          <p:nvPr/>
        </p:nvSpPr>
        <p:spPr>
          <a:xfrm>
            <a:off x="3413099" y="3765522"/>
            <a:ext cx="23205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>
                <a:solidFill>
                  <a:srgbClr val="173962"/>
                </a:solidFill>
                <a:latin typeface="Montserrat"/>
                <a:ea typeface="Lato"/>
                <a:cs typeface="+mj-cs"/>
              </a:rPr>
              <a:t>Baja</a:t>
            </a:r>
            <a:br>
              <a:rPr lang="es-ES" sz="1400" dirty="0">
                <a:solidFill>
                  <a:srgbClr val="173962"/>
                </a:solidFill>
                <a:latin typeface="Montserrat"/>
                <a:ea typeface="Lato"/>
                <a:cs typeface="+mj-cs"/>
              </a:rPr>
            </a:br>
            <a:r>
              <a:rPr kumimoji="0" lang="es-ES" sz="1400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Complejidad</a:t>
            </a:r>
            <a:endParaRPr lang="es-AR" sz="1400" dirty="0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F527C612-23BB-C773-E8B0-64891B4395F3}"/>
              </a:ext>
            </a:extLst>
          </p:cNvPr>
          <p:cNvSpPr/>
          <p:nvPr/>
        </p:nvSpPr>
        <p:spPr>
          <a:xfrm>
            <a:off x="5181600" y="1739900"/>
            <a:ext cx="2425698" cy="19886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rgbClr val="00B050"/>
                </a:solidFill>
              </a:rPr>
              <a:t>VICTORIAS RÁPIDAS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9AD058B9-D997-7661-AFAE-9F11CD34B10E}"/>
              </a:ext>
            </a:extLst>
          </p:cNvPr>
          <p:cNvSpPr/>
          <p:nvPr/>
        </p:nvSpPr>
        <p:spPr>
          <a:xfrm>
            <a:off x="8010807" y="1771108"/>
            <a:ext cx="2425698" cy="1988622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rgbClr val="92D050"/>
                </a:solidFill>
              </a:rPr>
              <a:t>GRANDES METAS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AF0EC913-28E5-C59D-D51A-D83548145B62}"/>
              </a:ext>
            </a:extLst>
          </p:cNvPr>
          <p:cNvSpPr/>
          <p:nvPr/>
        </p:nvSpPr>
        <p:spPr>
          <a:xfrm>
            <a:off x="8026402" y="4127551"/>
            <a:ext cx="2425698" cy="198862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AR" b="1" dirty="0"/>
              <a:t>DESESTIMAR</a:t>
            </a:r>
          </a:p>
          <a:p>
            <a:pPr algn="ctr"/>
            <a:r>
              <a:rPr lang="es-AR" b="1" dirty="0"/>
              <a:t>ELIMINAR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36DD069-D6BF-2864-0FC9-10EF36ECE292}"/>
              </a:ext>
            </a:extLst>
          </p:cNvPr>
          <p:cNvSpPr txBox="1"/>
          <p:nvPr/>
        </p:nvSpPr>
        <p:spPr>
          <a:xfrm>
            <a:off x="6378910" y="971900"/>
            <a:ext cx="2786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>
                <a:solidFill>
                  <a:srgbClr val="173962"/>
                </a:solidFill>
                <a:latin typeface="Montserrat"/>
                <a:ea typeface="Lato"/>
                <a:cs typeface="+mj-cs"/>
              </a:rPr>
              <a:t>Alto</a:t>
            </a:r>
            <a:r>
              <a:rPr kumimoji="0" lang="es-ES" sz="1400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 impacto </a:t>
            </a:r>
          </a:p>
          <a:p>
            <a:pPr algn="ctr"/>
            <a:r>
              <a:rPr kumimoji="0" lang="es-ES" sz="1400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Negocio.</a:t>
            </a:r>
            <a:endParaRPr lang="es-AR" sz="1400" dirty="0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0915474E-E47A-B18B-EE02-B4AC5F70EB49}"/>
              </a:ext>
            </a:extLst>
          </p:cNvPr>
          <p:cNvSpPr/>
          <p:nvPr/>
        </p:nvSpPr>
        <p:spPr>
          <a:xfrm>
            <a:off x="5181600" y="4127551"/>
            <a:ext cx="2425698" cy="1988622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s-AR" b="1" dirty="0"/>
              <a:t>DEFINIR SI SE HACEN  O NO</a:t>
            </a:r>
          </a:p>
        </p:txBody>
      </p:sp>
    </p:spTree>
    <p:extLst>
      <p:ext uri="{BB962C8B-B14F-4D97-AF65-F5344CB8AC3E}">
        <p14:creationId xmlns:p14="http://schemas.microsoft.com/office/powerpoint/2010/main" val="1973247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7B756-75F9-4934-6A27-2BC5499C9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E10F126A-3F5E-C96A-6D20-B2AF5DB1B23B}"/>
              </a:ext>
            </a:extLst>
          </p:cNvPr>
          <p:cNvSpPr txBox="1">
            <a:spLocks/>
          </p:cNvSpPr>
          <p:nvPr/>
        </p:nvSpPr>
        <p:spPr>
          <a:xfrm>
            <a:off x="87300" y="101601"/>
            <a:ext cx="11832966" cy="95402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Analizar.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4. Definir los flujos y Puntos de Dolor.</a:t>
            </a:r>
            <a:endParaRPr kumimoji="0" lang="es-AR" sz="2400" b="1" i="0" u="none" strike="noStrike" kern="1200" cap="none" spc="0" normalizeH="0" baseline="0" noProof="0" dirty="0">
              <a:ln>
                <a:noFill/>
              </a:ln>
              <a:solidFill>
                <a:srgbClr val="173962"/>
              </a:solidFill>
              <a:effectLst/>
              <a:uLnTx/>
              <a:uFillTx/>
              <a:latin typeface="Montserrat"/>
              <a:ea typeface="Lato"/>
              <a:cs typeface="+mj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58BD05-864F-C8F1-D6D7-167453D13D9D}"/>
              </a:ext>
            </a:extLst>
          </p:cNvPr>
          <p:cNvSpPr/>
          <p:nvPr/>
        </p:nvSpPr>
        <p:spPr>
          <a:xfrm>
            <a:off x="186926" y="888705"/>
            <a:ext cx="843884" cy="86910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8106117-2ADC-3DA5-C202-8DB72451B3E1}"/>
              </a:ext>
            </a:extLst>
          </p:cNvPr>
          <p:cNvSpPr/>
          <p:nvPr/>
        </p:nvSpPr>
        <p:spPr>
          <a:xfrm>
            <a:off x="234284" y="5820959"/>
            <a:ext cx="870616" cy="744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BCC74F-C160-E367-FB2B-1CB7AE05414E}"/>
              </a:ext>
            </a:extLst>
          </p:cNvPr>
          <p:cNvSpPr txBox="1">
            <a:spLocks/>
          </p:cNvSpPr>
          <p:nvPr/>
        </p:nvSpPr>
        <p:spPr>
          <a:xfrm>
            <a:off x="10157385" y="53675"/>
            <a:ext cx="2285440" cy="286599"/>
          </a:xfrm>
          <a:prstGeom prst="rect">
            <a:avLst/>
          </a:prstGeom>
        </p:spPr>
        <p:txBody>
          <a:bodyPr lIns="137160" tIns="68580" rIns="137160" bIns="6858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0" i="0" kern="120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1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ontserrat" panose="00000500000000000000" pitchFamily="2" charset="0"/>
              </a:rPr>
              <a:t>Discovery. </a:t>
            </a:r>
            <a:r>
              <a:rPr kumimoji="0" lang="es-ES_tradnl" sz="12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ontserrat" panose="00000500000000000000" pitchFamily="2" charset="0"/>
              </a:rPr>
              <a:t>Workshop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C526820A-9F9C-BBAA-BCF5-26AD7DA42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0" y="1103547"/>
            <a:ext cx="3882517" cy="2611487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BBA1D4DF-C44B-2CC0-2C5A-B225C019F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26" y="4386492"/>
            <a:ext cx="3420992" cy="1454546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FAAC7046-D829-FE49-3A48-57CAEFA88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690" y="3882643"/>
            <a:ext cx="4688045" cy="2779441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252FBD80-6C6A-3D43-2AB5-4700DFB04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156" y="1314906"/>
            <a:ext cx="6737115" cy="1860603"/>
          </a:xfrm>
          <a:prstGeom prst="rect">
            <a:avLst/>
          </a:prstGeom>
        </p:spPr>
      </p:pic>
      <p:sp>
        <p:nvSpPr>
          <p:cNvPr id="48" name="Flecha: a la derecha 47">
            <a:extLst>
              <a:ext uri="{FF2B5EF4-FFF2-40B4-BE49-F238E27FC236}">
                <a16:creationId xmlns:a16="http://schemas.microsoft.com/office/drawing/2014/main" id="{6D10AEF0-0C55-D9E6-9E01-71129BC6AC51}"/>
              </a:ext>
            </a:extLst>
          </p:cNvPr>
          <p:cNvSpPr/>
          <p:nvPr/>
        </p:nvSpPr>
        <p:spPr>
          <a:xfrm rot="5400000">
            <a:off x="1804440" y="3729417"/>
            <a:ext cx="448235" cy="546847"/>
          </a:xfrm>
          <a:prstGeom prst="rightArrow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9" name="Flecha: a la derecha 48">
            <a:extLst>
              <a:ext uri="{FF2B5EF4-FFF2-40B4-BE49-F238E27FC236}">
                <a16:creationId xmlns:a16="http://schemas.microsoft.com/office/drawing/2014/main" id="{D2B9A990-9CAA-83FC-DDBF-4D0AF1AAFAC0}"/>
              </a:ext>
            </a:extLst>
          </p:cNvPr>
          <p:cNvSpPr/>
          <p:nvPr/>
        </p:nvSpPr>
        <p:spPr>
          <a:xfrm>
            <a:off x="4344521" y="5113765"/>
            <a:ext cx="448235" cy="546847"/>
          </a:xfrm>
          <a:prstGeom prst="rightArrow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0" name="Flecha: a la derecha 49">
            <a:extLst>
              <a:ext uri="{FF2B5EF4-FFF2-40B4-BE49-F238E27FC236}">
                <a16:creationId xmlns:a16="http://schemas.microsoft.com/office/drawing/2014/main" id="{6FA29CE6-3ABB-4410-38F6-6293FF4D91CF}"/>
              </a:ext>
            </a:extLst>
          </p:cNvPr>
          <p:cNvSpPr/>
          <p:nvPr/>
        </p:nvSpPr>
        <p:spPr>
          <a:xfrm rot="16200000">
            <a:off x="7773950" y="3275295"/>
            <a:ext cx="448235" cy="546847"/>
          </a:xfrm>
          <a:prstGeom prst="rightArrow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12476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F9548-5FAE-3546-5848-AC4F9860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D73F96-CC87-7A40-0DEA-6E6BD98E2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712702"/>
            <a:ext cx="5284906" cy="478017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s-ES" sz="1400" dirty="0"/>
              <a:t>El equipo SQUAD</a:t>
            </a:r>
            <a:r>
              <a:rPr lang="es-ES" sz="1400" dirty="0">
                <a:solidFill>
                  <a:schemeClr val="tx1"/>
                </a:solidFill>
              </a:rPr>
              <a:t> ha definido los </a:t>
            </a:r>
            <a:r>
              <a:rPr lang="es-ES" sz="1400" dirty="0" err="1">
                <a:solidFill>
                  <a:schemeClr val="tx1"/>
                </a:solidFill>
              </a:rPr>
              <a:t>KPIs</a:t>
            </a:r>
            <a:r>
              <a:rPr lang="es-ES" sz="1400" dirty="0">
                <a:solidFill>
                  <a:schemeClr val="tx1"/>
                </a:solidFill>
              </a:rPr>
              <a:t> que pueden ser interesantes para el </a:t>
            </a:r>
            <a:r>
              <a:rPr lang="es-ES" sz="1400" b="1" dirty="0">
                <a:solidFill>
                  <a:schemeClr val="tx1"/>
                </a:solidFill>
              </a:rPr>
              <a:t>flujo de “</a:t>
            </a:r>
            <a:r>
              <a:rPr lang="es-ES" sz="1400" b="1" dirty="0" err="1">
                <a:solidFill>
                  <a:schemeClr val="tx1"/>
                </a:solidFill>
              </a:rPr>
              <a:t>Xxxxxxxxxxx</a:t>
            </a:r>
            <a:r>
              <a:rPr lang="es-ES" sz="1400" b="1" dirty="0">
                <a:solidFill>
                  <a:schemeClr val="tx1"/>
                </a:solidFill>
              </a:rPr>
              <a:t>”</a:t>
            </a:r>
            <a:r>
              <a:rPr lang="es-ES" sz="1400" dirty="0">
                <a:solidFill>
                  <a:schemeClr val="tx1"/>
                </a:solidFill>
              </a:rPr>
              <a:t>.. Esta clasificación y explicación reflejan los </a:t>
            </a:r>
            <a:r>
              <a:rPr lang="es-ES" sz="1400" dirty="0" err="1">
                <a:solidFill>
                  <a:schemeClr val="tx1"/>
                </a:solidFill>
              </a:rPr>
              <a:t>KPIs</a:t>
            </a:r>
            <a:r>
              <a:rPr lang="es-ES" sz="1400" dirty="0">
                <a:solidFill>
                  <a:schemeClr val="tx1"/>
                </a:solidFill>
              </a:rPr>
              <a:t> priorizados y verbalizados durante el trabajo de conceptualización del flujo. Los </a:t>
            </a:r>
            <a:r>
              <a:rPr lang="es-ES" sz="1400" dirty="0" err="1">
                <a:solidFill>
                  <a:schemeClr val="tx1"/>
                </a:solidFill>
              </a:rPr>
              <a:t>KPIs</a:t>
            </a:r>
            <a:r>
              <a:rPr lang="es-ES" sz="1400" dirty="0">
                <a:solidFill>
                  <a:schemeClr val="tx1"/>
                </a:solidFill>
              </a:rPr>
              <a:t> se han dividido en varios grupos principales también:</a:t>
            </a:r>
          </a:p>
          <a:p>
            <a:pPr marL="171450" indent="-1714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s-ES" sz="1400" b="1" dirty="0" err="1">
                <a:solidFill>
                  <a:schemeClr val="tx1"/>
                </a:solidFill>
              </a:rPr>
              <a:t>KPIs</a:t>
            </a:r>
            <a:r>
              <a:rPr lang="es-ES" sz="1400" b="1" dirty="0">
                <a:solidFill>
                  <a:schemeClr val="tx1"/>
                </a:solidFill>
              </a:rPr>
              <a:t> Operativos </a:t>
            </a:r>
            <a:r>
              <a:rPr lang="es-ES" sz="1400" dirty="0">
                <a:solidFill>
                  <a:schemeClr val="tx1"/>
                </a:solidFill>
              </a:rPr>
              <a:t>que están enfocados en la actividad diaria y la eficiencia del proceso, permiten detectar cuellos de botella y problemas operativos inmediatos:</a:t>
            </a:r>
          </a:p>
          <a:p>
            <a:pPr marL="171450" indent="-1714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s-ES" sz="1400" b="1" dirty="0" err="1">
                <a:solidFill>
                  <a:schemeClr val="tx1"/>
                </a:solidFill>
              </a:rPr>
              <a:t>KPIs</a:t>
            </a:r>
            <a:r>
              <a:rPr lang="es-ES" sz="1400" b="1" dirty="0">
                <a:solidFill>
                  <a:schemeClr val="tx1"/>
                </a:solidFill>
              </a:rPr>
              <a:t> de Gestión </a:t>
            </a:r>
            <a:r>
              <a:rPr lang="es-ES" sz="1400" dirty="0">
                <a:solidFill>
                  <a:schemeClr val="tx1"/>
                </a:solidFill>
              </a:rPr>
              <a:t>más orientados al control del área y la distribución de la carga de trabajo, apoyando decisiones organizativas y de recursos.</a:t>
            </a:r>
          </a:p>
          <a:p>
            <a:pPr marL="171450" indent="-1714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s-ES" sz="1400" b="1" dirty="0" err="1">
                <a:solidFill>
                  <a:schemeClr val="tx1"/>
                </a:solidFill>
              </a:rPr>
              <a:t>KPIs</a:t>
            </a:r>
            <a:r>
              <a:rPr lang="es-ES" sz="1400" b="1" dirty="0">
                <a:solidFill>
                  <a:schemeClr val="tx1"/>
                </a:solidFill>
              </a:rPr>
              <a:t> estratégicos v</a:t>
            </a:r>
            <a:r>
              <a:rPr lang="es-ES" sz="1400" dirty="0">
                <a:solidFill>
                  <a:schemeClr val="tx1"/>
                </a:solidFill>
              </a:rPr>
              <a:t>inculados a objetivos de negocio, experiencia de usuario y transformación digital, orientan las decisiones de inversión y mejora continua:</a:t>
            </a:r>
          </a:p>
          <a:p>
            <a:pPr>
              <a:lnSpc>
                <a:spcPct val="170000"/>
              </a:lnSpc>
            </a:pPr>
            <a:r>
              <a:rPr lang="es-ES" sz="1400" dirty="0">
                <a:solidFill>
                  <a:schemeClr val="tx1"/>
                </a:solidFill>
              </a:rPr>
              <a:t>Estos </a:t>
            </a:r>
            <a:r>
              <a:rPr lang="es-ES" sz="1400" dirty="0" err="1">
                <a:solidFill>
                  <a:schemeClr val="tx1"/>
                </a:solidFill>
              </a:rPr>
              <a:t>KPIs</a:t>
            </a:r>
            <a:r>
              <a:rPr lang="es-ES" sz="1400" dirty="0">
                <a:solidFill>
                  <a:schemeClr val="tx1"/>
                </a:solidFill>
              </a:rPr>
              <a:t> han sido seleccionados con el equipo </a:t>
            </a:r>
            <a:r>
              <a:rPr lang="es-ES" sz="1400" dirty="0"/>
              <a:t>e</a:t>
            </a:r>
            <a:r>
              <a:rPr lang="es-ES" sz="1400" dirty="0">
                <a:solidFill>
                  <a:schemeClr val="tx1"/>
                </a:solidFill>
              </a:rPr>
              <a:t>n función de su relevancia y capacidad de impactar en la mejora de eficiencia, calidad y experiencia tanto interna como externa del proceso de gestión de proveedores.​</a:t>
            </a:r>
          </a:p>
        </p:txBody>
      </p:sp>
      <p:pic>
        <p:nvPicPr>
          <p:cNvPr id="3074" name="Picture 2" descr="Como diseñar Indicadores Clave de Desempeño (KPI) que funcionen.">
            <a:extLst>
              <a:ext uri="{FF2B5EF4-FFF2-40B4-BE49-F238E27FC236}">
                <a16:creationId xmlns:a16="http://schemas.microsoft.com/office/drawing/2014/main" id="{55FDCAAE-585D-4BAF-2561-F2B9FA1ED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495455"/>
            <a:ext cx="53340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4C1A469-B41A-37C4-B0B9-E518992B4778}"/>
              </a:ext>
            </a:extLst>
          </p:cNvPr>
          <p:cNvSpPr txBox="1">
            <a:spLocks/>
          </p:cNvSpPr>
          <p:nvPr/>
        </p:nvSpPr>
        <p:spPr>
          <a:xfrm>
            <a:off x="87300" y="101601"/>
            <a:ext cx="11832966" cy="95402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Analizar.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 b="1" dirty="0">
                <a:solidFill>
                  <a:srgbClr val="173962"/>
                </a:solidFill>
                <a:latin typeface="Montserrat"/>
                <a:ea typeface="Lato"/>
              </a:rPr>
              <a:t>7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. Definir los 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KPI’s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 de éxito.</a:t>
            </a:r>
            <a:endParaRPr kumimoji="0" lang="es-AR" sz="2400" b="1" i="0" u="none" strike="noStrike" kern="1200" cap="none" spc="0" normalizeH="0" baseline="0" noProof="0" dirty="0">
              <a:ln>
                <a:noFill/>
              </a:ln>
              <a:solidFill>
                <a:srgbClr val="173962"/>
              </a:solidFill>
              <a:effectLst/>
              <a:uLnTx/>
              <a:uFillTx/>
              <a:latin typeface="Montserrat"/>
              <a:ea typeface="Lato"/>
              <a:cs typeface="+mj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27AE8C5-F480-030B-3455-FC6F7F25C430}"/>
              </a:ext>
            </a:extLst>
          </p:cNvPr>
          <p:cNvSpPr/>
          <p:nvPr/>
        </p:nvSpPr>
        <p:spPr>
          <a:xfrm>
            <a:off x="186926" y="888705"/>
            <a:ext cx="843884" cy="86910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5087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502D9-7CB6-5C8B-E514-B47DDEB79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47259EC7-5F43-6010-3C7E-CEED4455B37A}"/>
              </a:ext>
            </a:extLst>
          </p:cNvPr>
          <p:cNvSpPr txBox="1">
            <a:spLocks/>
          </p:cNvSpPr>
          <p:nvPr/>
        </p:nvSpPr>
        <p:spPr>
          <a:xfrm>
            <a:off x="87300" y="101601"/>
            <a:ext cx="11832966" cy="95402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Analizar.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 b="1" dirty="0">
                <a:solidFill>
                  <a:srgbClr val="173962"/>
                </a:solidFill>
                <a:latin typeface="Montserrat"/>
                <a:ea typeface="Lato"/>
              </a:rPr>
              <a:t>7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. Definir los 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KPI’s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173962"/>
                </a:solidFill>
                <a:effectLst/>
                <a:uLnTx/>
                <a:uFillTx/>
                <a:latin typeface="Montserrat"/>
                <a:ea typeface="Lato"/>
                <a:cs typeface="+mj-cs"/>
              </a:rPr>
              <a:t> de éxito.</a:t>
            </a:r>
            <a:endParaRPr kumimoji="0" lang="es-AR" sz="2400" b="1" i="0" u="none" strike="noStrike" kern="1200" cap="none" spc="0" normalizeH="0" baseline="0" noProof="0" dirty="0">
              <a:ln>
                <a:noFill/>
              </a:ln>
              <a:solidFill>
                <a:srgbClr val="173962"/>
              </a:solidFill>
              <a:effectLst/>
              <a:uLnTx/>
              <a:uFillTx/>
              <a:latin typeface="Montserrat"/>
              <a:ea typeface="Lato"/>
              <a:cs typeface="+mj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5C3CB38-E0FC-9992-2EF5-A755BA4A90F3}"/>
              </a:ext>
            </a:extLst>
          </p:cNvPr>
          <p:cNvSpPr/>
          <p:nvPr/>
        </p:nvSpPr>
        <p:spPr>
          <a:xfrm>
            <a:off x="186926" y="888705"/>
            <a:ext cx="843884" cy="86910"/>
          </a:xfrm>
          <a:prstGeom prst="rect">
            <a:avLst/>
          </a:prstGeom>
          <a:solidFill>
            <a:srgbClr val="5A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47E53CE-2C59-A6F4-15EE-040EE59D001B}"/>
              </a:ext>
            </a:extLst>
          </p:cNvPr>
          <p:cNvSpPr/>
          <p:nvPr/>
        </p:nvSpPr>
        <p:spPr>
          <a:xfrm>
            <a:off x="234284" y="5820959"/>
            <a:ext cx="870616" cy="744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E12692-83B3-998D-3E02-DEEA4DEACC2B}"/>
              </a:ext>
            </a:extLst>
          </p:cNvPr>
          <p:cNvSpPr txBox="1">
            <a:spLocks/>
          </p:cNvSpPr>
          <p:nvPr/>
        </p:nvSpPr>
        <p:spPr>
          <a:xfrm>
            <a:off x="10157385" y="53675"/>
            <a:ext cx="2285440" cy="286599"/>
          </a:xfrm>
          <a:prstGeom prst="rect">
            <a:avLst/>
          </a:prstGeom>
        </p:spPr>
        <p:txBody>
          <a:bodyPr lIns="137160" tIns="68580" rIns="137160" bIns="6858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" b="0" i="0" kern="1200">
                <a:solidFill>
                  <a:srgbClr val="77777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1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ontserrat" panose="00000500000000000000" pitchFamily="2" charset="0"/>
              </a:rPr>
              <a:t>Discovery. </a:t>
            </a:r>
            <a:r>
              <a:rPr kumimoji="0" lang="es-ES_tradnl" sz="12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ontserrat" panose="00000500000000000000" pitchFamily="2" charset="0"/>
              </a:rPr>
              <a:t>Workshop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81BD12-F30D-90CC-1ADE-E1C8A4BB7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234" y="1230809"/>
            <a:ext cx="6552447" cy="540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1288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ema de Office">
  <a:themeElements>
    <a:clrScheme name="Hiberu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77b766b-61f0-4e7c-9373-928832aa9fef}" enabled="0" method="" siteId="{077b766b-61f0-4e7c-9373-928832aa9fe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6686</TotalTime>
  <Words>1163</Words>
  <Application>Microsoft Office PowerPoint</Application>
  <PresentationFormat>Panorámica</PresentationFormat>
  <Paragraphs>123</Paragraphs>
  <Slides>12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Hiberus type</vt:lpstr>
      <vt:lpstr>Lato</vt:lpstr>
      <vt:lpstr>Montserrat</vt:lpstr>
      <vt:lpstr>Montserrat ExtraBold</vt:lpstr>
      <vt:lpstr>Montserrat Medium</vt:lpstr>
      <vt:lpstr>Montserrat SemiBold</vt:lpstr>
      <vt:lpstr>Roboto Black</vt:lpstr>
      <vt:lpstr>Roboto Condensed</vt:lpstr>
      <vt:lpstr>Roboto Condensed Light</vt:lpstr>
      <vt:lpstr>Wingdings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Germán Bondio</dc:creator>
  <cp:lastModifiedBy>Andrés Germán Bondio</cp:lastModifiedBy>
  <cp:revision>3</cp:revision>
  <dcterms:created xsi:type="dcterms:W3CDTF">2025-11-07T10:24:03Z</dcterms:created>
  <dcterms:modified xsi:type="dcterms:W3CDTF">2026-08-22T13:51:04Z</dcterms:modified>
</cp:coreProperties>
</file>