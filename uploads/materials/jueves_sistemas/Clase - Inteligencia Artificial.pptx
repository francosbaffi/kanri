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9" r:id="rId5"/>
    <p:sldId id="256" r:id="rId6"/>
    <p:sldId id="257" r:id="rId7"/>
    <p:sldId id="290" r:id="rId8"/>
    <p:sldId id="263" r:id="rId9"/>
    <p:sldId id="264" r:id="rId10"/>
    <p:sldId id="265" r:id="rId11"/>
    <p:sldId id="266" r:id="rId12"/>
    <p:sldId id="267" r:id="rId13"/>
    <p:sldId id="258" r:id="rId14"/>
    <p:sldId id="259" r:id="rId15"/>
    <p:sldId id="293" r:id="rId16"/>
    <p:sldId id="292" r:id="rId17"/>
    <p:sldId id="294" r:id="rId18"/>
    <p:sldId id="291" r:id="rId19"/>
    <p:sldId id="295" r:id="rId20"/>
    <p:sldId id="260" r:id="rId21"/>
    <p:sldId id="261" r:id="rId22"/>
    <p:sldId id="262" r:id="rId2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A036B-F8AD-BDEF-0505-263979E72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7AF35E-AD4E-BDD1-BE5D-62961C91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A4072-4CD9-47DD-CFAB-4C68F97E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149D70-25C2-2414-3B85-121F3C6D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D5C87E-4649-0B86-2031-68727459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897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EFA17-48D6-A786-EA86-CC7935AE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4671A6-D73D-D8A0-B065-466C3B3E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C45D72-B954-5431-A100-2261A484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DFD92E-1328-D4E1-504E-5212D25B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2EBF2-F9D4-ABD7-F7AE-E4E5FD7C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109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3FD32-A70C-19FF-ED51-16DB6E2FF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67DF1D-7A59-996B-36E3-EC4125D81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3A109-FC30-E58A-C240-B76CF9F9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E30C49-AE23-7910-51B7-2FE0B555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2832D3-B09F-ED16-08A7-FAD76F81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052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21024-48FF-90BD-E521-4F9CC009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F92052-E80D-BD44-CB75-19497C59F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ACEAFB-F5C7-8A60-7ED1-E01848D84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5DD05A-A02E-85FF-2550-9B8F06D6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123578-4427-A404-940D-C31CBD88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BDC667-8F3E-2DE6-9C65-EA87A668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074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6F4BB-A618-8A86-3017-DC5BEFA1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25C1B1-D09A-DAD5-FBEA-60039E3A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6AABB7-79CC-A5DA-9461-418FFD974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BC8E3F-B85D-B612-62BF-F58D5900C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A056B7A-C905-D439-9C0B-B5B44776E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2D419F-21F4-412E-1325-D25D711F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E79A2E2-1B2F-53A6-72F9-204D85F0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C3FDCD-7DEB-910C-7BFD-76D019C4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149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67670-01B8-A5E9-1EA4-64AE9163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408C6CC-973D-7D05-2CB1-1945CD53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6EBB6B-7BEF-2698-D985-41D5A936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B896F1-BE0D-4B23-7220-4506ED1C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2379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8A8C26-BA38-1331-9CA6-7B4E75A0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937DB7-27C3-426E-2910-2BE19B83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2C043D-43D8-B2C6-1881-A9054CCF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3966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87FAC-9CE6-06FC-C737-1562CF897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84263-01C3-93C9-8653-25EEC8971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90E598-153D-7E79-EA72-04DF0DCE1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5BB01D-22E3-E2EE-F7AA-D6648464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F8AE87-1666-3414-54F9-CB3A6DDD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65B55D-99EE-9653-3A3A-069832BF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587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D5772-C634-CA07-8E9C-A6131BCC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AD048F-C3BD-7CAB-18E2-43933C331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F987DD-114D-6C9C-59BB-6F95AC6D9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204ACA-FC83-204B-38AB-1C7028BC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7D306E-C48A-6ED7-44E0-80609CC7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CB0153-22E2-255C-8883-4CBCBB4B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177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7C80A-441F-1AD1-DB12-9B1C43F2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805CC3-E081-EA62-BE4D-B7FA26F8B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DAC5A-B018-D1BE-C2F4-42E6768C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501F60-886D-F4B2-646F-578F74DA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993C01-BA03-5DAD-4A71-FDA11C01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013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A895E3-CEE5-E911-B719-3FED60EDA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1E6A8D-6D27-0273-D2B8-8566CC672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46C4E8-5D45-3597-9345-ED0EC20B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EAC706-0E37-3FAA-F924-C152C1CB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A732B4-A7B5-B258-E38C-1CBE12AD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333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1ECEF5-8BBC-5BF0-81A5-E6C37D848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40BDFC-9D2F-7ECC-999F-72C09D00E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8EE901-02B9-A336-DB70-0805E787E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457CC-DF74-41B5-8A2A-861881C35EC6}" type="datetimeFigureOut">
              <a:rPr lang="es-AR" smtClean="0"/>
              <a:t>23/5/2025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4F1355-7636-A012-C367-0F837299D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F28FF9-04BA-D650-F883-BE939F6F3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1EA8F-4088-4006-A6A7-2365E868AE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373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F00E22-DDE2-73C1-45C4-30C8BE678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3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4919F9D-AED1-9EF8-3732-FCDA6EC34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82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E2783E-BD96-4034-A943-8AE74E50E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683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09581EC-6973-F241-E2E1-CABBEED90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9" y="390525"/>
            <a:ext cx="12088422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5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C58692-60D0-0E93-6A39-88A4E1DE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8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3E5672-6A06-5668-167D-E8C98F793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0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39E7DA-85BE-26F2-700E-656298EE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051"/>
            <a:ext cx="12192000" cy="486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EDF563C-EB3F-E6CD-1066-8FEA1A55E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0" y="159115"/>
            <a:ext cx="9246870" cy="669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4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B138DD-A831-4269-69DF-9595BD5D2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7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0994B5-DCCE-CA24-42D5-F3188244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51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1CA69C-EF41-1248-2375-840185CEE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0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62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5EBCC7-BFD9-B4EF-BB27-F8EB5E2DD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8899"/>
            <a:ext cx="11277600" cy="46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18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AC914-EDF1-9073-B85E-B6ADA021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2719D0-1E9F-A22A-6807-D327CCF82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1323"/>
            <a:ext cx="11277600" cy="39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61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BF0BE-7851-68A3-4D38-43AB8F84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D6AFFC-DA23-D162-48BD-DD96FFC36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DDE65-24B8-FF47-CA15-7C17EAC15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A570FC-7898-16B0-A11A-79FF10CAE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B2A1DC-914D-CFA7-5150-4C2A899BC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67DB82-5187-8B36-9D75-B5F36C2171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0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60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AE209DFC-3E3B-AF25-D624-551130286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90220"/>
            <a:ext cx="11277600" cy="487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79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EEA2DC-07E0-6AC9-2C40-08467D87E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35" y="1146247"/>
            <a:ext cx="5129784" cy="45655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0EC27F31-44AD-E477-762A-28CC90C38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0" y="1152659"/>
            <a:ext cx="5129784" cy="45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70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45F3EB-515D-4B84-0CA5-FCE1A69BC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40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53919C-D4DE-8E0C-33E9-D5585C3E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2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A48DA3-8CE9-1973-8C27-50ABA4D9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457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fc9490-275b-4603-b790-dfcda624d1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D8C91B9B2D2946B56AC2EFDC28DB62" ma:contentTypeVersion="15" ma:contentTypeDescription="Crear nuevo documento." ma:contentTypeScope="" ma:versionID="f367c35430809e056c64c4d2a326e1b0">
  <xsd:schema xmlns:xsd="http://www.w3.org/2001/XMLSchema" xmlns:xs="http://www.w3.org/2001/XMLSchema" xmlns:p="http://schemas.microsoft.com/office/2006/metadata/properties" xmlns:ns3="00fc9490-275b-4603-b790-dfcda624d142" xmlns:ns4="66329b19-3879-4f80-b216-524c62bdd458" targetNamespace="http://schemas.microsoft.com/office/2006/metadata/properties" ma:root="true" ma:fieldsID="e06a12d7482654ff33c5abca2c5186ba" ns3:_="" ns4:_="">
    <xsd:import namespace="00fc9490-275b-4603-b790-dfcda624d142"/>
    <xsd:import namespace="66329b19-3879-4f80-b216-524c62bdd4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fc9490-275b-4603-b790-dfcda624d1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329b19-3879-4f80-b216-524c62bdd458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C25D3A-A428-4206-8B6F-E1B3FF3DB992}">
  <ds:schemaRefs>
    <ds:schemaRef ds:uri="http://purl.org/dc/terms/"/>
    <ds:schemaRef ds:uri="http://schemas.microsoft.com/office/2006/documentManagement/types"/>
    <ds:schemaRef ds:uri="66329b19-3879-4f80-b216-524c62bdd458"/>
    <ds:schemaRef ds:uri="00fc9490-275b-4603-b790-dfcda624d142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C05A346-706D-420C-AA85-CF7DF0B5CA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fc9490-275b-4603-b790-dfcda624d142"/>
    <ds:schemaRef ds:uri="66329b19-3879-4f80-b216-524c62bdd4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5FCC9B-76F6-4C8B-A4A5-A6AAFE50BA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Panorámica</PresentationFormat>
  <Paragraphs>0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Germán Bondio</dc:creator>
  <cp:lastModifiedBy>Andrés Germán Bondio</cp:lastModifiedBy>
  <cp:revision>3</cp:revision>
  <dcterms:created xsi:type="dcterms:W3CDTF">2024-05-26T11:46:58Z</dcterms:created>
  <dcterms:modified xsi:type="dcterms:W3CDTF">2025-05-23T11:07:37Z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0x01010022D8C91B9B2D2946B56AC2EFDC28DB62</vt:lpwstr>
  </property>
</Properties>
</file>