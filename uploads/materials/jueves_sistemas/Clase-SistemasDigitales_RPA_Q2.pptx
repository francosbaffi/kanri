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0" r:id="rId2"/>
    <p:sldId id="309" r:id="rId3"/>
    <p:sldId id="267" r:id="rId4"/>
    <p:sldId id="268" r:id="rId5"/>
    <p:sldId id="269" r:id="rId6"/>
    <p:sldId id="302" r:id="rId7"/>
    <p:sldId id="270" r:id="rId8"/>
    <p:sldId id="271" r:id="rId9"/>
    <p:sldId id="303" r:id="rId10"/>
    <p:sldId id="272" r:id="rId11"/>
    <p:sldId id="273" r:id="rId12"/>
    <p:sldId id="274" r:id="rId13"/>
    <p:sldId id="275" r:id="rId14"/>
    <p:sldId id="296" r:id="rId15"/>
    <p:sldId id="276" r:id="rId16"/>
    <p:sldId id="295" r:id="rId17"/>
    <p:sldId id="277" r:id="rId18"/>
    <p:sldId id="299" r:id="rId1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s Germán Bondio" userId="f6477415-126b-4ab5-836a-3b0d1234d6bd" providerId="ADAL" clId="{254C0B85-62A5-4686-8F7F-C4E78F74372B}"/>
    <pc:docChg chg="delSld">
      <pc:chgData name="Andrés Germán Bondio" userId="f6477415-126b-4ab5-836a-3b0d1234d6bd" providerId="ADAL" clId="{254C0B85-62A5-4686-8F7F-C4E78F74372B}" dt="2026-09-11T00:36:52.322" v="0" actId="47"/>
      <pc:docMkLst>
        <pc:docMk/>
      </pc:docMkLst>
      <pc:sldChg chg="del">
        <pc:chgData name="Andrés Germán Bondio" userId="f6477415-126b-4ab5-836a-3b0d1234d6bd" providerId="ADAL" clId="{254C0B85-62A5-4686-8F7F-C4E78F74372B}" dt="2026-09-11T00:36:52.322" v="0" actId="47"/>
        <pc:sldMkLst>
          <pc:docMk/>
          <pc:sldMk cId="4216217218" sldId="304"/>
        </pc:sldMkLst>
      </pc:sldChg>
      <pc:sldChg chg="del">
        <pc:chgData name="Andrés Germán Bondio" userId="f6477415-126b-4ab5-836a-3b0d1234d6bd" providerId="ADAL" clId="{254C0B85-62A5-4686-8F7F-C4E78F74372B}" dt="2026-09-11T00:36:52.322" v="0" actId="47"/>
        <pc:sldMkLst>
          <pc:docMk/>
          <pc:sldMk cId="2119676911" sldId="305"/>
        </pc:sldMkLst>
      </pc:sldChg>
      <pc:sldChg chg="del">
        <pc:chgData name="Andrés Germán Bondio" userId="f6477415-126b-4ab5-836a-3b0d1234d6bd" providerId="ADAL" clId="{254C0B85-62A5-4686-8F7F-C4E78F74372B}" dt="2026-09-11T00:36:52.322" v="0" actId="47"/>
        <pc:sldMkLst>
          <pc:docMk/>
          <pc:sldMk cId="4199312916" sldId="306"/>
        </pc:sldMkLst>
      </pc:sldChg>
      <pc:sldChg chg="del">
        <pc:chgData name="Andrés Germán Bondio" userId="f6477415-126b-4ab5-836a-3b0d1234d6bd" providerId="ADAL" clId="{254C0B85-62A5-4686-8F7F-C4E78F74372B}" dt="2026-09-11T00:36:52.322" v="0" actId="47"/>
        <pc:sldMkLst>
          <pc:docMk/>
          <pc:sldMk cId="4035437280" sldId="307"/>
        </pc:sldMkLst>
      </pc:sldChg>
      <pc:sldChg chg="del">
        <pc:chgData name="Andrés Germán Bondio" userId="f6477415-126b-4ab5-836a-3b0d1234d6bd" providerId="ADAL" clId="{254C0B85-62A5-4686-8F7F-C4E78F74372B}" dt="2026-09-11T00:36:52.322" v="0" actId="47"/>
        <pc:sldMkLst>
          <pc:docMk/>
          <pc:sldMk cId="1663067113" sldId="308"/>
        </pc:sldMkLst>
      </pc:sldChg>
      <pc:sldChg chg="del">
        <pc:chgData name="Andrés Germán Bondio" userId="f6477415-126b-4ab5-836a-3b0d1234d6bd" providerId="ADAL" clId="{254C0B85-62A5-4686-8F7F-C4E78F74372B}" dt="2026-09-11T00:36:52.322" v="0" actId="47"/>
        <pc:sldMkLst>
          <pc:docMk/>
          <pc:sldMk cId="2708315082" sldId="31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97D46F-4218-2702-5921-531C501B3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E08374-7710-5F14-04C2-639E0EE88C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589B07-1082-1223-7C79-23B36BAA7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E0884-51AE-421B-B0F1-9C4BF8E86884}" type="datetimeFigureOut">
              <a:rPr lang="es-AR" smtClean="0"/>
              <a:t>10/9/2026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549755-CA56-5AAD-8630-78D9FE5E1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D6EFE0-2A01-4FAE-0E4D-8F3EE74CC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B61D5-E356-4296-B33F-4A0C106D4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923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1A8BA7-E831-5F20-27AE-0297B4CEC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07986B-CE86-1DA1-2232-83BCDE9EF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98E61F-8026-B565-DB44-E719B87F6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E0884-51AE-421B-B0F1-9C4BF8E86884}" type="datetimeFigureOut">
              <a:rPr lang="es-AR" smtClean="0"/>
              <a:t>10/9/2026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774065-C0D0-72BD-E413-B453968E6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CCCAF1-8ED8-1704-4D30-A7A3A1C3E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B61D5-E356-4296-B33F-4A0C106D4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23592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00C27-EA57-CEE0-1F7B-6DD000A01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0EC6B8-9843-DC05-2CFC-CEE3F0A35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9AC717-CF01-ABCE-2B33-2D705B749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E0884-51AE-421B-B0F1-9C4BF8E86884}" type="datetimeFigureOut">
              <a:rPr lang="es-AR" smtClean="0"/>
              <a:t>10/9/2026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68CC64-A986-0387-4A77-8079926EE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2ECD8D-EBFA-4DE2-50B4-6C2ED9D8E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B61D5-E356-4296-B33F-4A0C106D4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887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C101F-41C7-1A6C-C5DF-2CDBF3B8B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026FFB-563E-28E1-DDF7-74CEDF4E45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E8A5FC-58BA-5FCA-C415-B453DC4D0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1E6A64-CCC3-8512-711D-7D460F161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E0884-51AE-421B-B0F1-9C4BF8E86884}" type="datetimeFigureOut">
              <a:rPr lang="es-AR" smtClean="0"/>
              <a:t>10/9/2026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A226D3-75E9-AA2D-D85B-4238DF85D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F3013D-2231-F370-6923-59B17CD0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B61D5-E356-4296-B33F-4A0C106D4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34675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50622-F7EF-1E36-120C-7F00F6F7D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ED3274-24BE-4D48-1609-EA28CB050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99111F-2C72-54FA-29E7-1BC87C513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B2168C6-E107-D894-74F5-0D6DAEF1E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9EC11B3-E9CE-0CF7-6398-B43C5E126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56F0C94-C964-C2B2-30A8-918BD2233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E0884-51AE-421B-B0F1-9C4BF8E86884}" type="datetimeFigureOut">
              <a:rPr lang="es-AR" smtClean="0"/>
              <a:t>10/9/2026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E161911-3B93-7E39-40BF-07B87F627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06BDBBA-87CA-B6FF-5186-770875EB4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B61D5-E356-4296-B33F-4A0C106D4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38955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8138EC-F326-1E8F-04E0-839A2A2F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083D2D6-4F30-7C3E-3B8C-B00E2659A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E0884-51AE-421B-B0F1-9C4BF8E86884}" type="datetimeFigureOut">
              <a:rPr lang="es-AR" smtClean="0"/>
              <a:t>10/9/2026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D4163D-FF91-4231-CCA6-870DE8FDC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128735-5FE8-6879-B2F6-69C03ADA0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B61D5-E356-4296-B33F-4A0C106D4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64135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542D810-3900-B0F2-316A-EB81C144C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E0884-51AE-421B-B0F1-9C4BF8E86884}" type="datetimeFigureOut">
              <a:rPr lang="es-AR" smtClean="0"/>
              <a:t>10/9/2026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6E3D14B-1B76-A7E3-B83C-F60FD709F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300C9E-E142-32B2-23A8-F8EC62C6A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B61D5-E356-4296-B33F-4A0C106D4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53804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FCFF69-8953-ED97-36BE-620BAE473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EE7112-39E9-3B6A-DE4F-2332834C1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FC635B-7710-93E5-AB3C-9F3048267D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74DED87-2791-6453-9203-19BFE2D9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E0884-51AE-421B-B0F1-9C4BF8E86884}" type="datetimeFigureOut">
              <a:rPr lang="es-AR" smtClean="0"/>
              <a:t>10/9/2026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B5E247-B6E6-99F0-DFB6-831AB9ED5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9FB3C6-14D0-20EE-4B3F-8FE8DAA17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B61D5-E356-4296-B33F-4A0C106D4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88310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DBA0E-02A2-ED28-3A9F-83953B90B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38C920B-17EE-AA81-2277-4EDDFDD3FA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CD943B-9206-8961-C5D0-8ACB194AE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788C26-2C2E-7AF9-4D63-67730FAC1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E0884-51AE-421B-B0F1-9C4BF8E86884}" type="datetimeFigureOut">
              <a:rPr lang="es-AR" smtClean="0"/>
              <a:t>10/9/2026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22D319-5FF9-01E2-2366-EB465DB2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16DEA6-2438-63D2-450F-64B4BD5DF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B61D5-E356-4296-B33F-4A0C106D4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88537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24C152-B3D1-4A67-7B22-9331430DA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CCD16B1-B5CA-6F96-B58F-72C683172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66140C-334F-5C64-EAF8-09DB463E1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E0884-51AE-421B-B0F1-9C4BF8E86884}" type="datetimeFigureOut">
              <a:rPr lang="es-AR" smtClean="0"/>
              <a:t>10/9/2026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8D2CEA-AE6B-FC0D-6C87-C9B5303B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556FA5-D570-D950-FEC8-CE6A7FF3B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B61D5-E356-4296-B33F-4A0C106D4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22825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869D5ED-9A03-C071-70A3-625ADF4FF8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A9E53A8-8504-1270-CFB3-29E41893CD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06EFE4-F4F3-6E4C-DACE-94624F76E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E0884-51AE-421B-B0F1-9C4BF8E86884}" type="datetimeFigureOut">
              <a:rPr lang="es-AR" smtClean="0"/>
              <a:t>10/9/2026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287BCC-7035-C684-7C46-0AF3CB0B1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CAEB04-FA0F-47D1-E1E4-D1198704B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B61D5-E356-4296-B33F-4A0C106D4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5818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68E9922-3C56-8F8F-EF03-63FCAF947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08781C-0ECB-BA7E-9C70-B48D65A01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4E19A4-1789-8887-3959-D963F20ADF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3E0884-51AE-421B-B0F1-9C4BF8E86884}" type="datetimeFigureOut">
              <a:rPr lang="es-AR" smtClean="0"/>
              <a:t>10/9/2026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FC7480-CB2C-E06C-C8F5-D1E7F4D1B9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60ED56-E7A1-214A-5DDD-7B3F67EBE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B61D5-E356-4296-B33F-4A0C106D435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83576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4E0281-7491-96D1-8A1D-A81FFF0B8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8" y="0"/>
            <a:ext cx="121622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152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9515D-CE45-F231-A50A-688A5717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6261331-5BBD-DCB3-9ACB-DB4D87CDE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141"/>
            <a:ext cx="12192000" cy="674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72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A580A20-7F76-6EB7-AFE2-74067E4B8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495149"/>
            <a:ext cx="12179926" cy="586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523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03FCC02-A90D-4D87-43C0-E76B52DA2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5" y="142706"/>
            <a:ext cx="12046569" cy="657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118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D68D8A2-63E1-4495-9F38-64E2F8BF0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546" y="110954"/>
            <a:ext cx="6940907" cy="663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724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470F8C9-9D5A-A5A8-9B21-758A67F01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0" y="72852"/>
            <a:ext cx="12040219" cy="671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8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3762167-B937-7B72-A29F-7D590A766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" y="266537"/>
            <a:ext cx="12160875" cy="632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53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B8AF04C-4E3C-3622-14BA-4E27FEDCD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94" y="628506"/>
            <a:ext cx="11913212" cy="560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820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4C19C11-F87A-D9E6-CE0E-C2F4FA490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94" y="110954"/>
            <a:ext cx="11913212" cy="663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146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F0235D5-9F17-E061-DB0C-DE97A90D1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76" y="149056"/>
            <a:ext cx="11627448" cy="655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62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00BAA5B-1AEB-2A32-CA5D-2B121D2C2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22" y="1101605"/>
            <a:ext cx="11792556" cy="465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260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1B2EBCE-7111-F94D-A530-7DEC9EB6B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18" y="1244487"/>
            <a:ext cx="11944964" cy="436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928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92FBF8E-30A8-C9D2-0C8D-A664F4742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84" y="1120656"/>
            <a:ext cx="11322632" cy="461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494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F0235D5-9F17-E061-DB0C-DE97A90D1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76" y="149056"/>
            <a:ext cx="11627448" cy="655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422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8DB8623-6165-D1E8-2041-BB28543FC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6" y="723761"/>
            <a:ext cx="12008467" cy="541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109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A2865C6-AA72-9AB6-9779-DD4304514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060" y="196684"/>
            <a:ext cx="10293879" cy="646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20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958E75B-4808-E478-1F92-8A4E3F2B1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80" y="876169"/>
            <a:ext cx="11475040" cy="510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71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4E0281-7491-96D1-8A1D-A81FFF0B8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8" y="0"/>
            <a:ext cx="121622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1200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77b766b-61f0-4e7c-9373-928832aa9fef}" enabled="0" method="" siteId="{077b766b-61f0-4e7c-9373-928832aa9fe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Panorámica</PresentationFormat>
  <Paragraphs>0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Andrés Germán Bondio</dc:creator>
  <cp:lastModifiedBy>Andrés Germán Bondio</cp:lastModifiedBy>
  <cp:revision>3</cp:revision>
  <dcterms:created xsi:type="dcterms:W3CDTF">2024-04-05T10:15:13Z</dcterms:created>
  <dcterms:modified xsi:type="dcterms:W3CDTF">2026-09-11T00:37:02Z</dcterms:modified>
</cp:coreProperties>
</file>